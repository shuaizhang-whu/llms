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本页目的：B．端云协同 Agent。讲解时先给出结论，再解释证据和方法边界。核心内容：。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本页目的：端云矛盾不是二选一，而是多目标约束。讲解时先给出结论，再解释证据和方法边界。核心内容：左栏：全本地；优点：隐私、离线可用、无 API 费用、低网络依赖；缺点：模型小、长轨迹脆弱、端侧 prefill/decode 慢。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本页目的：同叫“端云协同”，实际可能发生在四个不同层次。讲解时先给出结论，再解释证据和方法边界。核心内容：层次 1 任务层：云端分解，本地执行子任务（Minions）；层次 2 轨迹层：每个 Agent step 动态路由（Hera）；层次 3 表示层：只上传 UI block / feature / KV（CORE、split inference）。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方向代表论文：从协作协议走向可信 Agent runtime。讲解时先给出结论，再解释证据和方法边界。核心内容：时间线：2025 Minions → 2025 CORE → 2026 Mobile-Agent-v3.5 → 2026 Hera → 2026 Agent-X / AgenTEE / Cognitive Firewall；主讲种子：Hera、CORE；补充桥梁：Minions、Agent-X、Mobile-Agent-v3.5、AgenTEE、Cognitive Firewall。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Minions：让云端“指导”，而不是让云端读取全部本地上下文。讲解时先给出结论，再解释证据和方法边界。核心内容：问题：本地小模型能读私有长文档，但复杂推理弱；云端强模型能力高，却不应接收全文。；Naive Minion：本地与云端来回对话；远程成本降 30.4×，但仅恢复 87% cloud-only 性能。；失败原因：本地模型难以执行复杂多步指令，也难以在长上下文中稳定推理。。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B ·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B．端云协同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从请求路由到步级协作、选择性披露与可信执行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本地模型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隐私 · 低延迟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step / block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动态协作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强模型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规划 · 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端云矛盾不是二选一，而是多目标约束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左栏：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全本地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隐私、离线可用、无 API 费用、低网络依赖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模型小、长轨迹脆弱、端侧 prefill/decode 慢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推理和多模态能力强、工具生态成熟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网络延迟、持续成本、原始 UI/本地数据暴露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协同的目标不是“尽量少用云”，而是在成功率约束下最小化云调用、延迟、通信与隐私暴露。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同叫“端云协同”，实际可能发生在四个不同层次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层次 1 任务层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云端分解，本地执行子任务（Minions）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层次 2 轨迹层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每个 Agent step 动态路由（Hera）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层次 3 表示层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只上传 UI block / feature / KV（CORE、split inference）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层次 4 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本地过滤与守卫、云端语义判断（Cognitive Firewall、AgenTEE）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右下角提示：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比较论文前，必须先问“路由的单位是什么？”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方向代表论文：从协作协议走向可信 Agent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时间线：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2025 Minions → 2025 CORE → 2026 Mobile-Agent-v3.5 → 2026 Hera → 2026 Agent-X / AgenTEE / 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主讲种子：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补充桥梁：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Minions、Agent-X、Mobile-Agent-v3.5、AgenTEE、Cognitive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阅读问题：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谁决定？传什么？何时上云？如何证明收益与安全？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Minions：让云端“指导”，而不是让云端读取全部本地上下文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本地小模型能读私有长文档，但复杂推理弱；云端强模型能力高，却不应接收全文。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Naive Minion：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本地与云端来回对话；远程成本降 30.4×，但仅恢复 87% cloud-only 性能。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失败原因：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本地模型难以执行复杂多步指令，也难以在长上下文中稳定推理。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转折：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把难任务拆成短、局部、可并行的子任务。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端云协同 Agent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