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系统 Survey：When · Where · What · Trust。讲解时先给出结论，再解释证据和方法边界。核心内容：。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本页目的：单点优化无法决定一个 Agent 系统是否真正有效。讲解时先给出结论，再解释证据和方法边界。核心内容：A：动作可以提前预测，但错误候选会浪费计算或触发副作用。；B：模型可以动态路由，但上传内容、网络等待与隐私暴露会改变收益。；C：GUI/API 执行把语言输出变成真实状态变化，错误可沿轨迹放大。。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本页目的：Observation → Plan → Candidate → Placement/Execution → Verification/Recovery。讲解时先给出结论，再解释证据和方法边界。核心内容：Observation：采集 UI、环境、历史与工具状态。；Plan：生成子目标和动作计划。；Candidate：串行或投机地产生一个/多个候选动作。。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本页目的：A、B、C、D 分别回答 When、Where、What、Trust。讲解时先给出结论，再解释证据和方法边界。核心内容：A When：何时并行、预测多远、如何接受与回退？；B Where：在哪执行、何时上云、传输什么？；C What：执行 GUI、API、tool 还是 OS action？。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本页目的：种子论文构成主线，桥接论文连接系统边界。讲解时先给出结论，再解释证据和方法边界。核心内容：A：Speculative Actions、Dynamic Speculative Agent Planning、PASTE。；B：Hera、CORE、Minions、Agent-X、AgenTEE。；C：OSWorld、UFO²、Mobile-Agent-v3.5、GUI-Critic-R1、VeriGUI、VAGEN、IRA。。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A–D ·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Agent 系统 Survey：When · Where · What ·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动作投机、端云协同、GUI 执行与可靠性的统一观察框架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A · 动作投机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WHERE /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B · 端云　C · GUI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D · 验证恢复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单点优化无法决定一个 Agent 系统是否真正有效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动作可以提前预测，但错误候选会浪费计算或触发副作用。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模型可以动态路由，但上传内容、网络等待与隐私暴露会改变收益。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GUI/API 执行把语言输出变成真实状态变化，错误可沿轨迹放大。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验证、恢复与审计决定候选能否提交、结果能否相信。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四个问题同时成立，才构成可部署的 Agent runtime。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Observation → Plan → Candidate → Placement/Execution → Verification/Recovery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采集 UI、环境、历史与工具状态。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Plan：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生成子目标和动作计划。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Candidate：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串行或投机地产生一个/多个候选动作。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Placement/Execution：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选择端、边、云，并以 GUI/API/tool 执行。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Verification/Recovery：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验证状态转移与完成条件，失败则阻断、回滚或重试。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A、B、C、D 分别回答 When、Where、What、Trust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 When：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何时并行、预测多远、如何接受与回退？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在哪执行、何时上云、传输什么？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 What：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执行 GUI、API、tool 还是 OS action？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 Trust：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动作是否有证据、何时阻断、如何恢复与审计？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同一论文可以同时覆盖两个以上坐标，桥接论文应额外汇报。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种子论文构成主线，桥接论文连接系统边界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Speculative Actions、Dynamic Speculative Agent Planning、PASTE。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Hera、CORE、Minions、Agent-X、AgenTEE。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OSWorld、UFO²、Mobile-Agent-v3.5、GUI-Critic-R1、VeriGUI、VAGEN、IRA。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MIRAGE、AgentHallu、AgentDebug、Reasoning Trap、Relign、AgentProp、Trajel。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桥接：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CORE（B+C+D）、UFO²（A+C+D）、Agent-X（A+B）、Cognitive Firewall（B+C+D）。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系统 Survey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