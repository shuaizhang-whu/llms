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本页目的：B．端云协同 Agent。讲解时先给出结论，再解释证据和方法边界。核心内容：。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本页目的：端云矛盾不是二选一，而是多目标约束。讲解时先给出结论，再解释证据和方法边界。核心内容：左栏：全本地；优点：隐私、离线可用、无 API 费用、低网络依赖；缺点：模型小、长轨迹脆弱、端侧 prefill/decode 慢。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本页目的：同叫“端云协同”，实际可能发生在四个不同层次。讲解时先给出结论，再解释证据和方法边界。核心内容：层次 1 任务层：云端分解，本地执行子任务（Minions）；层次 2 轨迹层：每个 Agent step 动态路由（Hera）；层次 3 表示层：只上传 UI block / feature / KV（CORE、split inference）。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方向代表论文：从协作协议走向可信 Agent runtime。讲解时先给出结论，再解释证据和方法边界。核心内容：时间线：2025 Minions → 2025 CORE → 2026 Mobile-Agent-v3.5 → 2026 Hera → 2026 Agent-X / AgenTEE / Cognitive Firewall；主讲种子：Hera、CORE；补充桥梁：Minions、Agent-X、Mobile-Agent-v3.5、AgenTEE、Cognitive Firewall。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Minions：让云端“指导”，而不是让云端读取全部本地上下文。讲解时先给出结论，再解释证据和方法边界。核心内容：问题：本地小模型能读私有长文档，但复杂推理弱；云端强模型能力高，却不应接收全文。；Naive Minion：本地与云端来回对话；远程成本降 30.4×，但仅恢复 87% cloud-only 性能。；失败原因：本地模型难以执行复杂多步指令，也难以在长上下文中稳定推理。。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本页目的：云端分解与聚合，本地在私有数据上并行执行。讲解时先给出结论，再解释证据和方法边界。核心内容：Step 1：云端基于任务生成结构化子任务。；Step 2：本地在不同文档 chunk 上并行执行短子任务。；Step 3：只把局部结果/证据返回云端，而非发送完整上下文。。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本页目的：质量可接近云端，但它还不是长轨迹 Agent 路由器。讲解时先给出结论，再解释证据和方法边界。核心内容：结果：MinionS 平均降低 5.7× 远程成本，恢复 97.9% remote-only 性能。；优点：本地数据不离端；子任务并行；协议容易理解。；局限：面向长文档推理；环境基本静态；路由单位是子任务，不是 Agent 每一步。。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长轨迹中，云端价值集中在少数关键决策点。讲解时先给出结论，再解释证据和方法边界。核心内容：设备模型：低延迟、低成本，但复杂规划和状态跟踪容易失败。；云端模型：能力强，但每一步调用都会累积费用和网络等待。；论文观察：设备失败而云成功的轨迹中，仍有大量步骤端云动作一致；理想 router 无需把整条轨迹交给云端。。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本页目的：在 cloud-only 性能约束下，最小化整条轨迹的云调用。讲解时先给出结论，再解释证据和方法边界。核心内容：动作混合：â(s,x) = (1-rφ(s,x))·πd(s,x) + rφ(s,x)·πc(s,x)；其中 rφ(s,x)∈{0,1}：0 选择设备模型，1 升级到云模型。；优化目标：minφ E[Σt rφ(st,x)]。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I：用云轨迹回放构造 step-level 路由标签。讲解时先给出结论，再解释证据和方法边界。核心内容：Step 1：分别 rollout device policy 与 cloud policy。；Step 2：选取 cloud 成功、device 明显较差的任务集合 Xdiff。；Step 3：在 cloud trajectory 的每个 state 上重放 device model。。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II：从“像云端”转向“整条轨迹成功且少上云”。讲解时先给出结论，再解释证据和方法边界。核心内容：Step 1：对同一初始状态采样 N 条混合路由轨迹。；Step 2：将多条轨迹中相同 state 分组。；Step 3：分别估计本地/云决策后的 expected return R̂(d;s)。。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只在 46.3% 的 steps 调云，达到 92.5% cloud-only 成功率。讲解时先给出结论，再解释证据和方法边界。核心内容：Benchmark：ALFWorld、WebShop、AppWorld。；综合结果：92.5% cloud-only success；53.6% cloud cost；69.3% end-to-end latency。；Router overhead：约 61 ms/step。。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选择计算位置；CORE 进一步选择可见信息。讲解时先给出结论，再解释证据和方法边界。核心内容：Hera 的未解决问题：上云时通常把完整 state/context 交给云模型。；GUI 场景的风险：每一步 screenshot/XML 都可能包含与当前动作无关的联系人、消息、账号和历史内容。；新问题：能否只暴露与当前 sub-task 相关的 UI 局部，同时保留云模型的决策能力？。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本页目的：CORE：本地模型做粗筛，云模型做精决策。讲解时先给出结论，再解释证据和方法边界。核心内容：组件 1：Layout-aware block partitioning——按 XML 层级与语义邻近将页面分块。；组件 2：Co-planning——本地与云端共同判断当前 sub-task。；组件 3：Co-decision-making——本地排序相关 block，云端只在 top block 内选择具体 UI element。。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本页目的：先把页面变成语义 block，再决定哪一块可以上云。讲解时先给出结论，再解释证据和方法边界。核心内容：输入：Android XML hierarchy 与 UI elements。；Step 1：根据父子层级、空间邻近和容器关系形成初始 block。；Step 2：限制 block 大小，避免完整页面退化为一个 block。。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本页目的：用两阶段协作避免“小模型直接决定最终动作”。讲解时先给出结论，再解释证据和方法边界。核心内容：Co-planning：端云模型先对当前目标/子任务达成一致。；Local ranking：本地模型根据 sub-task 为 UI blocks 排序。；Cloud selection：云模型只读取候选 block，在其中选择具体 element/action。。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 exposure 最多减少 55.6%，成功率接近 cloud-only。讲解时先给出结论，再解释证据和方法边界。核心内容：比较对象：cloud-only、local-only 与 CORE。；主要指标：task success、uploaded UI elements/tokens、latency。；核心结果：在多种 app/task 上显著减少上传；最高 UI exposure reduction 55.6%。。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本页目的：Agent-X：端侧 Agent 的瓶颈同时存在于 prefill 与 decode。讲解时先给出结论，再解释证据和方法边界。核心内容：观察：端侧 Planner/Arbiter 占主要延迟；与云服务不同，prefill 也不可忽略。；PromptWeaver：重写 prompt，使大部分静态内容可复用 prefix KV cache。；ExSpec：从 few-shot/examples 构建轻量 lookup draft，进行 LLM-free speculative decoding。。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本页目的：端侧 Agent 全流水线加速 1.61×，且不改变任务准确率。讲解时先给出结论，再解释证据和方法边界。核心内容：PromptWeaver：prefill 1.97×。；ExSpec：decode 1.73×。；组合：end-to-end 1.61×，accuracy-preserving。。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本页目的：表示层协同把 KV、draft 与 verification 分布到端和云。讲解时先给出结论，再解释证据和方法边界。核心内容：端侧：输入预处理、embedding、adaptive feature、KV authentication、speculation、低维 head。；云端：decoder、KV 管理、token verification、高维 vocabulary projection。；传输：量化并加密的中间表示/截断 logits，而非原始 prompt。。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本页目的：从单一端云 pair 走向 2B–235B 的云边 GUI Agent 家族。讲解时先给出结论，再解释证据和方法边界。核心内容：GUI-Owl-1.5：2B/4B/8B/32B/235B，instruct 与 thinking 版本。；统一能力：desktop、mobile、browser、grounding、Tool/MCP、memory。；训练：hybrid data flywheel + unified thought synthesis + multi-platform MRPO。。 这一页承担跨方向衔接：明确它同时改变了执行位置、动作语义或可靠性边界。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本页目的：数据留在本地不等于运行时可信。讲解时先给出结论，再解释证据和方法边界。核心内容：威胁：端侧 OS/hypervisor 可能被攻破；system prompt、模型权重、运行状态和第三方 app 相互不信任。；方法：Agent runtime、inference engine、third-party applications 分别放入独立 attested cVM。；通信：通过显式、可验证 channel 协作；基于 Arm CCA 远程证明。。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本页目的：安全也可以端云协同：低成本本地筛查，云端语义判断，本地执行守卫。讲解时先给出结论，再解释证据和方法边界。核心内容：Gate 1 Edge Sentinel：本地发现不可见文本、样式欺骗等 presentation-layer 攻击。；Gate 2 Cloud Deep Planner：处理需要强语义理解的间接 prompt injection。；Gate 3 Deterministic Guard：在副作用动作提交前执行规则约束，fail closed。。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本页目的：端云协同 Agent 的研究单位正在持续细化。讲解时先给出结论，再解释证据和方法边界。核心内容：四个结论：；1. 从 request routing 走向 trajectory-aware step routing。；2. 从“是否上云”走向“上传哪一部分状态”。。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B ·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B．端云协同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从请求路由到步级协作、选择性披露与可信执行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本地模型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隐私 · 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step / block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动态协作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强模型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规划 · 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端云矛盾不是二选一，而是多目标约束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左栏：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全本地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隐私、离线可用、无 API 费用、低网络依赖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模型小、长轨迹脆弱、端侧 prefill/decode 慢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推理和多模态能力强、工具生态成熟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网络延迟、持续成本、原始 UI/本地数据暴露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协同的目标不是“尽量少用云”，而是在成功率约束下最小化云调用、延迟、通信与隐私暴露。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同叫“端云协同”，实际可能发生在四个不同层次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层次 1 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云端分解，本地执行子任务（Minions）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层次 2 轨迹层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每个 Agent step 动态路由（Hera）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层次 3 表示层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只上传 UI block / feature / KV（CORE、split inference）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层次 4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本地过滤与守卫、云端语义判断（Cognitive Firewall、AgenTEE）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右下角提示：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比较论文前，必须先问“路由的单位是什么？”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方向代表论文：从协作协议走向可信 Agent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时间线：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2025 Minions → 2025 CORE → 2026 Mobile-Agent-v3.5 → 2026 Hera → 2026 Agent-X / AgenTEE / 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主讲种子：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补充桥梁：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Minions、Agent-X、Mobile-Agent-v3.5、AgenTEE、Cognitive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阅读问题：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谁决定？传什么？何时上云？如何证明收益与安全？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Minions：让云端“指导”，而不是让云端读取全部本地上下文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本地小模型能读私有长文档，但复杂推理弱；云端强模型能力高，却不应接收全文。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Naive Minion：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本地与云端来回对话；远程成本降 30.4×，但仅恢复 87% cloud-only 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失败原因：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本地模型难以执行复杂多步指令，也难以在长上下文中稳定推理。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转折：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把难任务拆成短、局部、可并行的子任务。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云端分解与聚合，本地在私有数据上并行执行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云端基于任务生成结构化子任务。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本地在不同文档 chunk 上并行执行短子任务。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只把局部结果/证据返回云端，而非发送完整上下文。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云端聚合、必要时验证并形成答案。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协同收益来自“能力分工 + 数据最小化 + 并行执行”，不只是模型路由。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质量可接近云端，但它还不是长轨迹 Agent 路由器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 平均降低 5.7× 远程成本，恢复 97.9% remote-only 性能。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本地数据不离端；子任务并行；协议容易理解。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面向长文档推理；环境基本静态；路由单位是子任务，不是 Agent 每一步。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 Agent 与环境交互后，每一步难度都在变化——需要 state-level coordination。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5.7×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远程成本降低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cloud-only 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长轨迹中，云端价值集中在少数关键决策点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08-hera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95473"/>
            <a:ext cx="5047488" cy="1422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设备模型：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低延迟、低成本，但复杂规划和状态跟踪容易失败。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能力强，但每一步调用都会累积费用和网络等待。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论文观察：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设备失败而云成功的轨迹中，仍有大量步骤端云动作一致；理想 router 无需把整条轨迹交给云端。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难点：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某一步是否关键，与轨迹位置、推理长度、预测熵和环境状态共同相关。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在 cloud-only 性能约束下，最小化整条轨迹的云调用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703320" cy="192024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动作混合：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â(s,x) = (1-rφ(s,x))·πd(s,x) + rφ(s,x)·πc(s,x)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其中 rφ(s,x)∈{0,1}：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0 选择设备模型，1 升级到云模型。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优化目标：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minφ E[Σt rφ(st,x)]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7223760" cy="1069848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a-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56" y="1481328"/>
            <a:ext cx="5387967" cy="576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2633472"/>
            <a:ext cx="7223760" cy="1069848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a-o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233" y="2834640"/>
            <a:ext cx="5374412" cy="576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7" y="3502152"/>
            <a:ext cx="5358384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66674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64845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轨迹级约束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50791"/>
            <a:ext cx="49926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router 管理的不是单步答案质量，而是未来成功率与累计云成本。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02152"/>
            <a:ext cx="5559552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3666744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648456"/>
            <a:ext cx="47365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二元执行语义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50791"/>
            <a:ext cx="5193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rφ=0 走设备，rφ=1 升级云端；云端 policy 是质量锚点。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835640" cy="7315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约束：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E[R(τmix)] ≥ E[R(τcloud)]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router 不是估计单步“哪个回答更好”，而是在轨迹回报约束下管理未来云成本。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I：用云轨迹回放构造 step-level 路由标签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0-hera-il-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47909"/>
            <a:ext cx="5404104" cy="1570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IL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 rollout device policy 与 cloud policy。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选取 cloud 成功、device 明显较差的任务集合 Xdiff。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在 cloud trajectory 的每个 state 上重放 device model。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device action 与 cloud action 不一致 → 标注“需要云”；一致 → 标注“本地足够”。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用 BCE 训练 500M 二分类 router。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优点：把离散路由转为可监督学习；缺点：动作相同只是 proxy，不直接等于最终成功。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II：从“像云端”转向“整条轨迹成功且少上云”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1-hera-rl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74908"/>
            <a:ext cx="5404103" cy="11161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RL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对同一初始状态采样 N 条混合路由轨迹。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将多条轨迹中相同 state 分组。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分别估计本地/云决策后的 expected return R̂(d;s)。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估计从当前 state 开始的 future cloud calls Ĉ(d;s)。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优先选回报更高的决策；回报近似时选未来云调用更少者。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标签规则：若 |R̂1-R̂0|≤ε，则 y(s)=argmin_d Ĉ(d;s)。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只在 46.3% 的 steps 调云，达到 92.5% cloud-only 成功率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2-hera-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79" y="1335023"/>
            <a:ext cx="4520073" cy="3575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Pareto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ALFWorld、WebShop、AppWorld。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综合结果：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92.5% cloud-only success；53.6% cloud cost；69.3% end-to-end latency。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Router overhead：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61 ms/step。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消融：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IL 提供稳定冷启动；RL 进一步提高成功率并减少云调用。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路由应使用 trajectory-level feedback，而非把通用 request router 机械地逐步调用。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53.6%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69.3%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E2E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61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router /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选择计算位置；CORE 进一步选择可见信息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3-core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07389"/>
            <a:ext cx="5047487" cy="19986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Hera 的未解决问题：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上云时通常把完整 state/context 交给云模型。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GUI 场景的风险：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 screenshot/XML 都可能包含与当前动作无关的联系人、消息、账号和历史内容。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新问题：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能否只暴露与当前 sub-task 相关的 UI 局部，同时保留云模型的决策能力？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CORE：本地模型做粗筛，云模型做精决策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4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30141"/>
            <a:ext cx="5404104" cy="16056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Layout-aware block partitioning——按 XML 层级与语义邻近将页面分块。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Co-planning——本地与云端共同判断当前 sub-task。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Co-decision-making——本地排序相关 block，云端只在 top block 内选择具体 UI element。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Multi-round accumulation——本地误判时逐轮扩大候选上下文。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目标：在 task success 与 UI exposure 之间形成可控权衡。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先把页面变成语义 block，再决定哪一块可以上云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5-core-block-par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67132"/>
            <a:ext cx="5404104" cy="15317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block partition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根据父子层级、空间邻近和容器关系形成初始 block。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限制 block 大小，避免完整页面退化为一个 block。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保留可操作元素和必要文本，去除与当前动作无关的冗余。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为每个 block 生成可供本地模型排序的结构化描述。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意义：协同单位从“整个 state”缩小为“候选信息块”。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用两阶段协作避免“小模型直接决定最终动作”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56857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collaboration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Co-planning：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端云模型先对当前目标/子任务达成一致。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Local ranking：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本地模型根据 sub-task 为 UI blocks 排序。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Cloud selection：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云模型只读取候选 block，在其中选择具体 element/action。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Accumulation：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若无法可靠决策，则追加下一候选 block，而非一次上传全页。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风险控制：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本地误判可能漏掉关键元素；累积机制以更多暴露换取恢复能力。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 exposure 最多减少 55.6%，成功率接近 cloud-only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7-core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54364"/>
            <a:ext cx="5047488" cy="23366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比较对象：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cloud-only、local-only 与 CORE。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主要指标：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success、uploaded UI elements/tokens、latency。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核心结果：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在多种 app/task 上显著减少上传；最高 UI exposure reduction 55.6%。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简单页面可激进裁剪；复杂页面需要更多轮累积。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XML 质量、布局树完整性和纯视觉页面决定可用性。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UI exposure 最高降幅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Agent-X：端侧 Agent 的瓶颈同时存在于 prefill 与 decode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8-agent-x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36721"/>
            <a:ext cx="5047488" cy="2140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 Planner/Arbiter 占主要延迟；与云服务不同，prefill 也不可忽略。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PromptWeaver：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重写 prompt，使大部分静态内容可复用 prefix KV cache。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few-shot/examples 构建轻量 lookup draft，进行 LLM-free speculative decoding。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不是端云 router，而是让 B 中的“设备 Agent”成为可用执行端。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端侧 Agent 全流水线加速 1.61×，且不改变任务准确率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9-agent-x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98226"/>
            <a:ext cx="5047488" cy="1648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PromptWeaver：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prefill 1.97×。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decode 1.73×。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组合：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end-to-end 1.61×，accuracy-preserving。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A–B 区别：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 预测未来环境动作；ExSpec 预测动作文本 token。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共同点：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都依赖廉价候选生成与强语义路径的无损接受。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1.97×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prefill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1.73×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decode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end-to-end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表示层协同把 KV、draft 与 verification 分布到端和云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端侧：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输入预处理、embedding、adaptive feature、KV authentication、speculation、低维 head。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decoder、KV 管理、token verification、高维 vocabulary projection。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传输：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量化并加密的中间表示/截断 logits，而非原始 prompt。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相对 split-inference baseline，per-token latency 最多降 46.1%，downlink 最多降 67.4%。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边界：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这是 LLM inference 协同，不直接决定 Agent 的环境 action。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46.1%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per-token latency↓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downlink↓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从单一端云 pair 走向 2B–235B 的云边 GUI Agent 家族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21/24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GUI-Owl-1.5：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2B/4B/8B/32B/235B，instruct 与 thinking 版本。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统一能力：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desktop、mobile、browser、grounding、Tool/MCP、memory。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hybrid data flywheel + unified thought synthesis + multi-platform MRPO。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56.5；AndroidWorld 71.6；WebArena 48.4；ScreenSpotPro 80.3。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Hera/CORE 需要的本地与云端 policy 可以来自同一跨尺寸模型谱系。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56.5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OSWorld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71.6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AndroidWorld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48.4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WebArena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80.3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ScreenSpotPro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数据留在本地不等于运行时可信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威胁：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 OS/hypervisor 可能被攻破；system prompt、模型权重、运行状态和第三方 app 相互不信任。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runtime、inference engine、third-party applications 分别放入独立 attested cVM。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通信：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通过显式、可验证 channel 协作；基于 Arm CCA 远程证明。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相对普通 OS 多进程部署，runtime overhead &lt;5.15%。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解决执行隔离，不解决模型幻觉或路由错误。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&lt;5.15%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runtime overhead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安全也可以端云协同：低成本本地筛查，云端语义判断，本地执行守卫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Gate 1 Edge 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本地发现不可见文本、样式欺骗等 presentation-layer 攻击。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2607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5488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0936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093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856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8368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2 Cloud Deep Planner：处理需要强语义理解的间接 prompt injection。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774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0624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6072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607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8992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503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3 Deterministic Guard：在副作用动作提交前执行规则约束，fail closed。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1,000 adversarial samples 上 ASR &lt;1%；本地先过滤可避免无效云调用。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端云协同的目标函数从 accuracy/cost 扩展为 latency/privacy/security。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ASR &lt;1%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1,000 adversarial samples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端云协同 Agent 的研究单位正在持续细化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四个结论：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/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1. 从 request routing 走向 trajectory-aware step routing。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2. 从“是否上云”走向“上传哪一部分状态”。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3. 从模型推理分工走向执行、隐私与安全共同设计。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4. 比较方法必须同时报告 success、cloud use、latency、exposure 与 risk。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向 C 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路由器需要真实状态与动作空间；GUI Agent 提供最具体、最具副作用的端云协同场景。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端云协同 Agent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