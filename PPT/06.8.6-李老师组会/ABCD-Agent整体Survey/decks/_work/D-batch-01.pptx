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本页目的：D．可靠性与 Agent 幻觉。讲解时先给出结论，再解释证据和方法边界。核心内容：。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研究的第一步，是避免把所有 Agent failure 都叫 hallucination。讲解时先给出结论，再解释证据和方法边界。核心内容：Wrong action：不利于任务，但可能是合理探索或策略低效。；Hallucinated action：不被 task instruction、interaction history 或 environment observation 支持。；System failure：工具异常、超时、环境崩溃、格式错误，不一定源于模型幻觉。。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可靠性至少有四个观察粒度。讲解时先给出结论，再解释证据和方法边界。核心内容：Response-level：最终答案是否正确/有事实依据。；Action-level：当前动作是否忠实于任务、历史和环境。；Step-level attribution：哪一步首次偏离、为什么。。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本页目的：本章不按 benchmark 堆叠，而按可靠性问题链组织。讲解时先给出结论，再解释证据和方法边界。核心内容：定义/诱发：MIRAGE-Bench。；定位/调试：AgentHallu、AgentDebug。；机理：Reasoning Trap、Tool-Induced Myopia。。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本页目的：动作不忠实于任务、历史或观察，才属于 Agent hallucination。讲解时先给出结论，再解释证据和方法边界。核心内容：Task-unfaithful：忽略约束、越出请求范围、宣称不要求的目标。；History-unfaithful：引用不存在结果、重复已失败动作、假设用户已回复。；Observation-unfaithful：编造按钮/文件/页面状态、假设环境已转移或任务已完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D ·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D．可靠性与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从动作不忠实、根因归因到工具缓解与轨迹审计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证据是否支持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根因与传播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拦截 · 重试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研究的第一步，是避免把所有 Agent failure 都叫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Wrong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不利于任务，但可能是合理探索或策略低效。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Hallucinated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不被 task instruction、interaction history 或 environment observation 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System failure：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工具异常、超时、环境崩溃、格式错误，不一定源于模型幻觉。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Security compromise：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injection/越权导致错误动作，诱因来自对抗输入。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可靠性是总集合；幻觉是其中“缺乏证据支撑”的子类。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可靠性至少有四个观察粒度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Response-level：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最终答案是否正确/有事实依据。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Action-level：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当前动作是否忠实于任务、历史和环境。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Step-level attribution：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哪一步首次偏离、为什么。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Trajectory/system-level：错误如何传播，是否跨 Agent/工具/角色边界。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最终任务成功也可能掩盖不可靠过程；最终失败也不一定来自最末一步。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本章不按 benchmark 堆叠，而按可靠性问题链组织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定义/诱发：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MIRAGE-Bench。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定位/调试：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AgentHallu、AgentDebug。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机理：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Reasoning Trap、Tool-Induced Myopia。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训练缓解：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Relign。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运行时缓解：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AgentProp-Bench interceptor、GUI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轨迹审计：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跨方向安全：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Cognitive Firewall。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动作不忠实于任务、历史或观察，才属于 Agent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5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Task-unfaithful：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忽略约束、越出请求范围、宣称不要求的目标。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History-unfaithful：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引用不存在结果、重复已失败动作、假设用户已回复。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Observation-unfaithful：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编造按钮/文件/页面状态、假设环境已转移或任务已完成。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关键区分：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utility=0 的错误动作可能是 hallucination；但合理探索失败不必算 hallucination。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可靠性与 Agent 幻觉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