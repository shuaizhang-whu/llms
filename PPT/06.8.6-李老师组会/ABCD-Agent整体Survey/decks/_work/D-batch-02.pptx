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本页目的：D．可靠性与 Agent 幻觉。讲解时先给出结论，再解释证据和方法边界。核心内容：。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研究的第一步，是避免把所有 Agent failure 都叫 hallucination。讲解时先给出结论，再解释证据和方法边界。核心内容：Wrong action：不利于任务，但可能是合理探索或策略低效。；Hallucinated action：不被 task instruction、interaction history 或 environment observation 支持。；System failure：工具异常、超时、环境崩溃、格式错误，不一定源于模型幻觉。。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可靠性至少有四个观察粒度。讲解时先给出结论，再解释证据和方法边界。核心内容：Response-level：最终答案是否正确/有事实依据。；Action-level：当前动作是否忠实于任务、历史和环境。；Step-level attribution：哪一步首次偏离、为什么。。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本页目的：本章不按 benchmark 堆叠，而按可靠性问题链组织。讲解时先给出结论，再解释证据和方法边界。核心内容：定义/诱发：MIRAGE-Bench。；定位/调试：AgentHallu、AgentDebug。；机理：Reasoning Trap、Tool-Induced Myopia。。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本页目的：动作不忠实于任务、历史或观察，才属于 Agent hallucination。讲解时先给出结论，再解释证据和方法边界。核心内容：Task-unfaithful：忽略约束、越出请求范围、宣称不要求的目标。；History-unfaithful：引用不存在结果、重复已失败动作、假设用户已回复。；Observation-unfaithful：编造按钮/文件/页面状态、假设环境已转移或任务已完成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本页目的：冻结高风险决策点，避免完整 rollout 的不可复现性。讲解时先给出结论，再解释证据和方法边界。核心内容：风险场景：out-of-scope query、unexpected transition、unachievable goal、ill-specified instruction、flawed history、popup distraction。；方法：从 WebArena、OSWorld、WorkArena、SWE-Bench、τ-bench 等环境审计风险点；冻结 context snapshot；让模型预测下一动作。；评测：risk-aware LLM judge 给 Utility 0/1/2，并统计 hallucination rate。。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本页目的：知道“有幻觉”远远不够，还要找到最早 responsible step。讲解时先给出结论，再解释证据和方法边界。核心内容：任务 1 Where：定位轨迹中首次导致后续错误的 hallucination-responsible step。；任务 2 Why：解释该步为什么不被证据支持，并归入 taxonomy。；五大类：Planning、Retrieval、Reasoning、Human-Interaction、Tool-Use；共 14 子类。。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本页目的：检测相对容易，精准定位仍很难。讲解时先给出结论，再解释证据和方法边界。核心内容：数据：693 高质量 trajectories；443 hallucinated、250 clean；7 种 agent framework、5 个 domain；平均约 7.6 steps。；评测：13 个闭源/开源模型；多层标注覆盖 binary、step、causal explanation。；结果：最佳 step localization accuracy 仅 41.1%；tool-use attribution 仅 11.6%。。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本页目的：Where LLM Agents Fail：模块化诊断，而不是只改最后一个 action。讲解时先给出结论，再解释证据和方法边界。核心内容：Agent Error Taxonomy：Memory、Reflection、Planning、Action、System。；Stage 1：逐模块分析当前轨迹。；Stage 2：定位 critical/root-cause error。。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本页目的：正确的重启位置比“从头再来”或“只改最后一步”更有效。讲解时先给出结论，再解释证据和方法边界。核心内容：数据：200 条专家标注失败轨迹，覆盖 ALFWorld、WebShop、GAIA。；检测：AgentDebug 的 all-correct 与 step accuracy 优于 direct prompting/self-refine 等 baseline。；修复：论文报告下游 task success 相对最多提升 26%；多个模型/环境均受益。。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D ·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D．可靠性与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从动作不忠实、根因归因到工具缓解与轨迹审计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证据是否支持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ATTRIBUTE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根因与传播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拦截 · 重试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研究的第一步，是避免把所有 Agent failure 都叫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Wrong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不利于任务，但可能是合理探索或策略低效。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Hallucinated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不被 task instruction、interaction history 或 environment observation 支持。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System failure：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工具异常、超时、环境崩溃、格式错误，不一定源于模型幻觉。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Security compromise：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injection/越权导致错误动作，诱因来自对抗输入。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可靠性是总集合；幻觉是其中“缺乏证据支撑”的子类。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可靠性至少有四个观察粒度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Response-level：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最终答案是否正确/有事实依据。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Action-level：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当前动作是否忠实于任务、历史和环境。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Step-level attribution：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哪一步首次偏离、为什么。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Trajectory/system-level：错误如何传播，是否跨 Agent/工具/角色边界。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最终任务成功也可能掩盖不可靠过程；最终失败也不一定来自最末一步。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本章不按 benchmark 堆叠，而按可靠性问题链组织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定义/诱发：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MIRAGE-Bench。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定位/调试：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AgentHallu、AgentDebug。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机理：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Reasoning Trap、Tool-Induced Myopia。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训练缓解：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Relign。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运行时缓解：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AgentProp-Bench interceptor、GUI verifier。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轨迹审计：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跨方向安全：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Cognitive Firewall。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动作不忠实于任务、历史或观察，才属于 Agent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5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Task-unfaithful：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忽略约束、越出请求范围、宣称不要求的目标。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History-unfaithful：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引用不存在结果、重复已失败动作、假设用户已回复。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Observation-unfaithful：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编造按钮/文件/页面状态、假设环境已转移或任务已完成。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关键区分：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utility=0 的错误动作可能是 hallucination；但合理探索失败不必算 hallucination。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冻结高风险决策点，避免完整 rollout 的不可复现性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6-mirag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531789"/>
            <a:ext cx="5047488" cy="19498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风险场景：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out-of-scope query、unexpected transition、unachievable goal、ill-specified instruction、flawed history、popup distraction。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WebArena、OSWorld、WorkArena、SWE-Bench、τ-bench 等环境审计风险点；冻结 context snapshot；让模型预测下一动作。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risk-aware LLM judge 给 Utility 0/1/2，并统计 hallucination rate。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闭源模型只略优于开源；编造 UI/完成状态与忽略环境变化普遍存在。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snapshot 提高可复现性，但弱化真实长期传播。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知道“有幻觉”远远不够，还要找到最早 responsible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7-agenthallu-te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81436"/>
            <a:ext cx="5047488" cy="26505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teaser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1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定位轨迹中首次导致后续错误的 hallucination-responsible 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2 Why：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解释该步为什么不被证据支持，并归入 taxonomy。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五大类：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Planning、Retrieval、Reasoning、Human-Interaction、Tool-Use；共 14 子类。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轨迹表示：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Thought–Action–Observation 多步序列。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检测相对容易，精准定位仍很难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8-agenthallu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07305"/>
            <a:ext cx="5047488" cy="24307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693 高质量 trajectories；443 hallucinated、250 clean；7 种 agent framework、5 个 domain；平均约 7.6 steps。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 个闭源/开源模型；多层标注覆盖 binary、step、causal explanation。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最佳 step localization accuracy 仅 41.1%；tool-use attribution 仅 11.6%。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趋势：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轨迹越长越难；step-by-step prompting 有帮助，但 token 成本增加。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需要低成本、可在线触发的 attribution，而不是每次交给最大 judge 全轨迹复盘。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693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trajectories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41.1%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best 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tool-use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Where LLM Agents Fail：模块化诊断，而不是只改最后一个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9-agentdebug-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6941"/>
            <a:ext cx="5404104" cy="2212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逐模块分析当前轨迹。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578608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24912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27248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定位 critical/root-cause error。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3986784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133088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535424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生成针对性 feedback，从 critical step 重新 rollout。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关键点：失败可能由早期 memory/planning 产生，末尾动作只是症状。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正确的重启位置比“从头再来”或“只改最后一步”更有效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0-agentdebug-re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79" y="1335024"/>
            <a:ext cx="5007273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repair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200 条专家标注失败轨迹，覆盖 ALFWorld、WebShop、GAIA。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检测：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AgentDebug 的 all-correct 与 step accuracy 优于 direct prompting/self-refine 等 baseline。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修复：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论文报告下游 task success 相对最多提升 26%；多个模型/环境均受益。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强 judge + 部分 trajectory replay；general failure taxonomy 不完全等同于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 的最终目标应是 attribution-guided intervention，而非只做审计报告。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+26%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relative task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可靠性与 Agent 幻觉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