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本页目的：C．GUI Agent 执行。讲解时先给出结论，再解释证据和方法边界。核心内容：。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本页目的：一次错误会改变环境，并沿后续轨迹持续放大。讲解时先给出结论，再解释证据和方法边界。核心内容：离线任务：输出错误通常只影响当前答案。；GUI 任务：click/type/delete/pay 会改变真实系统状态；错误可能不可逆。；额外挑战：像素/控件 grounding、动态渲染、网络延迟、弹窗、跨应用状态、隐藏系统状态。。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本页目的：GUI Agent 是“感知—规划—动作—验证”的完整系统。讲解时先给出结论，再解释证据和方法边界。核心内容：Observation：screenshot / DOM / a11y / UIA / XML。；Grounding：element / coordinate / control / text。；Planning：task → subgoal → candidate actions。。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本页目的：本章从环境与 Actor，走向三阶段 verifier。讲解时先给出结论，再解释证据和方法边界。核心内容：环境底座：OSWorld。；执行系统：UFO²。；跨平台 Actor：Mobile-Agent-v3.5 / GUI-Owl-1.5。。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本页目的：静态截图数据无法评估替代路径、状态变化与跨应用执行。讲解时先给出结论，再解释证据和方法边界。核心内容：现有问题：离线 demonstration 只有固定答案；简化 web 环境覆盖面有限；无法进行真实 exploration 与 execution-based evaluation。；OSWorld：支持 Ubuntu、Windows、macOS；允许鼠标、键盘、GUI 与 CLI；可运行任意应用。；每个任务包含：自然语言指令、初始系统状态 setup、可复现 VM、执行脚本 evaluator。。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225DA8"/>
                </a:solidFill>
                <a:latin typeface="Microsoft YaHei"/>
              </a:rPr>
              <a:t>C ·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C．GUI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从可执行环境、OS 级系统到执行前/中/后的验证闭环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Screen / UIA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22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GUI /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22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Effect / Goal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225DA8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一次错误会改变环境，并沿后续轨迹持续放大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离线任务：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输出错误通常只影响当前答案。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 任务：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click/type/delete/pay 会改变真实系统状态；错误可能不可逆。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额外挑战：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像素/控件 grounding、动态渲染、网络延迟、弹窗、跨应用状态、隐藏系统状态。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核心指标：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不能只看单步 action accuracy，必须看 end-to-end success、loop、recovery 和副作用。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GUI Agent 是“感知—规划—动作—验证”的完整系统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Observation：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screenshot / DOM / a11y / UIA / XML。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Grounding：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element / coordinate / control / text。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Planning：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task → subgoal → candidate actions。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Execution：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 event / keyboard / shell / API / MCP。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Verification：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action effect / hidden state / artifact / completion condition。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Recovery：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retry / re-ground / alternative action / rollback / ask user。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本章从环境与 Actor，走向三阶段 verifier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环境底座：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执行系统：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UFO²。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跨平台 Actor：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Mobile-Agent-v3.5 / GUI-Owl-1.5。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端云移动场景：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CORE。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GUI-Critic-R1。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执行中：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VeriGUI。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执行后：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VAGEN / IRA。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静态截图数据无法评估替代路径、状态变化与跨应用执行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5-osworld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425899"/>
            <a:ext cx="5047487" cy="2161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论文原图：OSWorld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现有问题：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离线 demonstration 只有固定答案；简化 web 环境覆盖面有限；无法进行真实 exploration 与 execution-based evaluation。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OSWorld：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支持 Ubuntu、Windows、macOS；允许鼠标、键盘、GUI 与 CLI；可运行任意应用。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每个任务包含：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自然语言指令、初始系统状态 setup、可复现 VM、执行脚本 evaluator。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 Agent 执行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