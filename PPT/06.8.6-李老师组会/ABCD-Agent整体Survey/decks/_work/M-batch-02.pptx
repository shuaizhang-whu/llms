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系统 Survey：When · Where · What · Trust。讲解时先给出结论，再解释证据和方法边界。核心内容：。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本页目的：单点优化无法决定一个 Agent 系统是否真正有效。讲解时先给出结论，再解释证据和方法边界。核心内容：A：动作可以提前预测，但错误候选会浪费计算或触发副作用。；B：模型可以动态路由，但上传内容、网络等待与隐私暴露会改变收益。；C：GUI/API 执行把语言输出变成真实状态变化，错误可沿轨迹放大。。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本页目的：Observation → Plan → Candidate → Placement/Execution → Verification/Recovery。讲解时先给出结论，再解释证据和方法边界。核心内容：Observation：采集 UI、环境、历史与工具状态。；Plan：生成子目标和动作计划。；Candidate：串行或投机地产生一个/多个候选动作。。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本页目的：A、B、C、D 分别回答 When、Where、What、Trust。讲解时先给出结论，再解释证据和方法边界。核心内容：A When：何时并行、预测多远、如何接受与回退？；B Where：在哪执行、何时上云、传输什么？；C What：执行 GUI、API、tool 还是 OS action？。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本页目的：种子论文构成主线，桥接论文连接系统边界。讲解时先给出结论，再解释证据和方法边界。核心内容：A：Speculative Actions、Dynamic Speculative Agent Planning、PASTE。；B：Hera、CORE、Minions、Agent-X、AgenTEE。；C：OSWorld、UFO²、Mobile-Agent-v3.5、GUI-Critic-R1、VeriGUI、VAGEN、IRA。。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 方向从未来动作预测，走向动态深度与全栈工具并行。讲解时先给出结论，再解释证据和方法边界。核心内容：Speculative Actions：预测未来环境动作，由权威 Actor 验证，保持 lossless 轨迹。；DSP：在线预测动态 k，在延迟与无效调用成本之间移动运行点。；PASTE：从重复工具模式和数据依赖实例化调用，并联合调度工具与 LLM。。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方向从任务分解，走向 step、block 与可信运行时协作。讲解时先给出结论，再解释证据和方法边界。核心内容：Minions：云端分解、本地私有数据并行执行。；Hera：trajectory-level feedback 学习每一步是否升级到云端。；CORE：从“是否上云”细化为“上传哪些 UI blocks”。。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 方向从真实环境与 AgentOS，走向执行前、中、后的验证。讲解时先给出结论，再解释证据和方法边界。核心内容：OSWorld：可执行、可复现、状态 evaluator 驱动的真实计算机 benchmark。；UFO²：HostAgent/AppAgent、UIA+视觉、GUI/API、多动作与 safeguard。；GUI-Critic-R1：提交前检查 candidate outcome。。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方向从定义动作幻觉，走向归因、缓解与轨迹审计。讲解时先给出结论，再解释证据和方法边界。核心内容：MIRAGE：动作不被 task、history 或 observation 支持才属于 hallucinated action。；AgentHallu / AgentDebug：定位最早 responsible step，并从关键步骤局部重跑。；Reasoning Trap / TIM：能力更强或工具答案更准，不保证过程更可靠。。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 把 B 的“在哪里算”变成 C 的“暴露哪部分 UI”，并受 D 的隐私约束。讲解时先给出结论，再解释证据和方法边界。核心内容：本地：解析 XML/UI hierarchy，布局感知分块并按当前 sub-task 排序。；云端：只读取候选 block，在局部上下文中选择 element/action。；恢复：若局部证据不足，逐轮累积更多 block，而非一次上传全页。。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A–D ·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Agent 系统 Survey：When · Where · What ·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动作投机、端云协同、GUI 执行与可靠性的统一观察框架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A · 动作投机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WHERE /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B · 端云　C · GUI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D · 验证恢复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单点优化无法决定一个 Agent 系统是否真正有效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动作可以提前预测，但错误候选会浪费计算或触发副作用。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模型可以动态路由，但上传内容、网络等待与隐私暴露会改变收益。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GUI/API 执行把语言输出变成真实状态变化，错误可沿轨迹放大。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验证、恢复与审计决定候选能否提交、结果能否相信。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四个问题同时成立，才构成可部署的 Agent runtime。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Observation → Plan → Candidate → Placement/Execution → Verification/Recovery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采集 UI、环境、历史与工具状态。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Plan：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生成子目标和动作计划。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串行或投机地产生一个/多个候选动作。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Placement/Execution：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选择端、边、云，并以 GUI/API/tool 执行。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Verification/Recovery：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验证状态转移与完成条件，失败则阻断、回滚或重试。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A、B、C、D 分别回答 When、Where、What、Trust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 When：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何时并行、预测多远、如何接受与回退？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在哪执行、何时上云、传输什么？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 What：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执行 GUI、API、tool 还是 OS action？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 Trust：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动作是否有证据、何时阻断、如何恢复与审计？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同一论文可以同时覆盖两个以上坐标，桥接论文应额外汇报。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种子论文构成主线，桥接论文连接系统边界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Actions、Dynamic Speculative Agent Planning、PASTE。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Hera、CORE、Minions、Agent-X、AgenTEE。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OSWorld、UFO²、Mobile-Agent-v3.5、GUI-Critic-R1、VeriGUI、VAGEN、IRA。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MIRAGE、AgentHallu、AgentDebug、Reasoning Trap、Relign、AgentProp、Trajel。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桥接：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CORE（B+C+D）、UFO²（A+C+D）、Agent-X（A+B）、Cognitive Firewall（B+C+D）。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 方向从未来动作预测，走向动态深度与全栈工具并行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6-speculative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87118"/>
            <a:ext cx="5047488" cy="2839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论文原图：Speculative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Speculative Actions：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预测未来环境动作，由权威 Actor 验证，保持 lossless 轨迹。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DSP：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在线预测动态 k，在延迟与无效调用成本之间移动运行点。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PASTE：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从重复工具模式和数据依赖实例化调用，并联合调度工具与 LLM。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共同接口：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候选必须隔离，只有严格验证后才能提交或复用。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方向从任务分解，走向 step、block 与可信运行时协作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7-hera-device-cloud-coord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89404"/>
            <a:ext cx="5047488" cy="14665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device-cloud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Minions：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云端分解、本地私有数据并行执行。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Hera：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trajectory-level feedback 学习每一步是否升级到云端。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从“是否上云”细化为“上传哪些 UI blocks”。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Agent-X / split inference：优化设备推理与表示层协作。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AgenTEE：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端侧数据不离开仍需执行隔离与远程证明。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Hera cloud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CORE exposure↓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Agent-X 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 方向从真实环境与 AgentOS，走向执行前、中、后的验证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8-ufo2-ag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AgentOS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可执行、可复现、状态 evaluator 驱动的真实计算机 benchmark。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HostAgent/AppAgent、UIA+视觉、GUI/API、多动作与 safeguard。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GUI-Critic-R1：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提交前检查 candidate outcome。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VeriGUI：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 expectation 与实际 state transition，识别失败并恢复。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VAGEN/IRA：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完成后主动调用工具读取隐藏状态和 artifact。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方向从定义动作幻觉，走向归因、缓解与轨迹审计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9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MIRAGE：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动作不被 task、history 或 observation 支持才属于 hallucinated 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 / AgentDebug：定位最早 responsible step，并从关键步骤局部重跑。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Reasoning Trap / TIM：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能力更强或工具答案更准，不保证过程更可靠。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Relign / AgentProp：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policy alignment 与 runtime interceptor 两条互补路线。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Trajel：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工业多 Agent 还需审计角色、流程和 scope。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 把 B 的“在哪里算”变成 C 的“暴露哪部分 UI”，并受 D 的隐私约束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0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372809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本地：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解析 XML/UI hierarchy，布局感知分块并按当前 sub-task 排序。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云端：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只读取候选 block，在局部上下文中选择 element/action。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恢复：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若局部证据不足，逐轮累积更多 block，而非一次上传全页。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桥接结论：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端云路由可以发生在数据粒度，而不只发生在模型/请求粒度。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UI exposure↓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系统 Survey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