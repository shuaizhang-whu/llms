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本页目的：B．端云协同 Agent。讲解时先给出结论，再解释证据和方法边界。核心内容：。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本页目的：端云矛盾不是二选一，而是多目标约束。讲解时先给出结论，再解释证据和方法边界。核心内容：左栏：全本地；优点：隐私、离线可用、无 API 费用、低网络依赖；缺点：模型小、长轨迹脆弱、端侧 prefill/decode 慢。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本页目的：同叫“端云协同”，实际可能发生在四个不同层次。讲解时先给出结论，再解释证据和方法边界。核心内容：层次 1 任务层：云端分解，本地执行子任务（Minions）；层次 2 轨迹层：每个 Agent step 动态路由（Hera）；层次 3 表示层：只上传 UI block / feature / KV（CORE、split inference）。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本页目的：B 方向代表论文：从协作协议走向可信 Agent runtime。讲解时先给出结论，再解释证据和方法边界。核心内容：时间线：2025 Minions → 2025 CORE → 2026 Mobile-Agent-v3.5 → 2026 Hera → 2026 Agent-X / AgenTEE / Cognitive Firewall；主讲种子：Hera、CORE；补充桥梁：Minions、Agent-X、Mobile-Agent-v3.5、AgenTEE、Cognitive Firewall。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Minions：让云端“指导”，而不是让云端读取全部本地上下文。讲解时先给出结论，再解释证据和方法边界。核心内容：问题：本地小模型能读私有长文档，但复杂推理弱；云端强模型能力高，却不应接收全文。；Naive Minion：本地与云端来回对话；远程成本降 30.4×，但仅恢复 87% cloud-only 性能。；失败原因：本地模型难以执行复杂多步指令，也难以在长上下文中稳定推理。。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本页目的：云端分解与聚合，本地在私有数据上并行执行。讲解时先给出结论，再解释证据和方法边界。核心内容：Step 1：云端基于任务生成结构化子任务。；Step 2：本地在不同文档 chunk 上并行执行短子任务。；Step 3：只把局部结果/证据返回云端，而非发送完整上下文。。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本页目的：质量可接近云端，但它还不是长轨迹 Agent 路由器。讲解时先给出结论，再解释证据和方法边界。核心内容：结果：MinionS 平均降低 5.7× 远程成本，恢复 97.9% remote-only 性能。；优点：本地数据不离端；子任务并行；协议容易理解。；局限：面向长文档推理；环境基本静态；路由单位是子任务，不是 Agent 每一步。。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长轨迹中，云端价值集中在少数关键决策点。讲解时先给出结论，再解释证据和方法边界。核心内容：设备模型：低延迟、低成本，但复杂规划和状态跟踪容易失败。；云端模型：能力强，但每一步调用都会累积费用和网络等待。；论文观察：设备失败而云成功的轨迹中，仍有大量步骤端云动作一致；理想 router 无需把整条轨迹交给云端。。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本页目的：在 cloud-only 性能约束下，最小化整条轨迹的云调用。讲解时先给出结论，再解释证据和方法边界。核心内容：动作混合：â(s,x) = (1-rφ(s,x))·πd(s,x) + rφ(s,x)·πc(s,x)；其中 rφ(s,x)∈{0,1}：0 选择设备模型，1 升级到云模型。；优化目标：minφ E[Σt rφ(st,x)]。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本页目的：Stage I：用云轨迹回放构造 step-level 路由标签。讲解时先给出结论，再解释证据和方法边界。核心内容：Step 1：分别 rollout device policy 与 cloud policy。；Step 2：选取 cloud 成功、device 明显较差的任务集合 Xdiff。；Step 3：在 cloud trajectory 的每个 state 上重放 device model。。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本页目的：Stage II：从“像云端”转向“整条轨迹成功且少上云”。讲解时先给出结论，再解释证据和方法边界。核心内容：Step 1：对同一初始状态采样 N 条混合路由轨迹。；Step 2：将多条轨迹中相同 state 分组。；Step 3：分别估计本地/云决策后的 expected return R̂(d;s)。。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本页目的：Hera 只在 46.3% 的 steps 调云，达到 92.5% cloud-only 成功率。讲解时先给出结论，再解释证据和方法边界。核心内容：Benchmark：ALFWorld、WebShop、AppWorld。；综合结果：92.5% cloud-only success；53.6% cloud cost；69.3% end-to-end latency。；Router overhead：约 61 ms/step。。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本页目的：Hera 选择计算位置；CORE 进一步选择可见信息。讲解时先给出结论，再解释证据和方法边界。核心内容：Hera 的未解决问题：上云时通常把完整 state/context 交给云模型。；GUI 场景的风险：每一步 screenshot/XML 都可能包含与当前动作无关的联系人、消息、账号和历史内容。；新问题：能否只暴露与当前 sub-task 相关的 UI 局部，同时保留云模型的决策能力？。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本页目的：CORE：本地模型做粗筛，云模型做精决策。讲解时先给出结论，再解释证据和方法边界。核心内容：组件 1：Layout-aware block partitioning——按 XML 层级与语义邻近将页面分块。；组件 2：Co-planning——本地与云端共同判断当前 sub-task。；组件 3：Co-decision-making——本地排序相关 block，云端只在 top block 内选择具体 UI element。。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本页目的：先把页面变成语义 block，再决定哪一块可以上云。讲解时先给出结论，再解释证据和方法边界。核心内容：输入：Android XML hierarchy 与 UI elements。；Step 1：根据父子层级、空间邻近和容器关系形成初始 block。；Step 2：限制 block 大小，避免完整页面退化为一个 block。。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00807B"/>
                </a:solidFill>
                <a:latin typeface="Microsoft YaHei"/>
              </a:rPr>
              <a:t>B ·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B．端云协同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从请求路由到步级协作、选择性披露与可信执行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00807B"/>
                </a:solidFill>
                <a:latin typeface="Microsoft YaHei"/>
              </a:rPr>
              <a:t>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本地模型</a:t>
            </a:r>
            <a:br/>
            <a:r>
              <a:rPr sz="1500" b="0" i="0">
                <a:solidFill>
                  <a:srgbClr val="1C2533"/>
                </a:solidFill>
                <a:latin typeface="Microsoft YaHei"/>
              </a:rPr>
              <a:t>隐私 · 低延迟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00807B"/>
                </a:solidFill>
                <a:latin typeface="Microsoft YaHei"/>
              </a:rPr>
              <a:t>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step / block</a:t>
            </a:r>
            <a:br/>
            <a:r>
              <a:rPr sz="1500" b="0" i="0">
                <a:solidFill>
                  <a:srgbClr val="1C2533"/>
                </a:solidFill>
                <a:latin typeface="Microsoft YaHei"/>
              </a:rPr>
              <a:t>动态协作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00807B"/>
                </a:solidFill>
                <a:latin typeface="Microsoft YaHei"/>
              </a:rPr>
              <a:t>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强模型</a:t>
            </a:r>
            <a:br/>
            <a:r>
              <a:rPr sz="1500" b="0" i="0">
                <a:solidFill>
                  <a:srgbClr val="1C2533"/>
                </a:solidFill>
                <a:latin typeface="Microsoft YaHei"/>
              </a:rPr>
              <a:t>规划 · 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00807B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端云矛盾不是二选一，而是多目标约束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左栏：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全本地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优点：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隐私、离线可用、无 API 费用、低网络依赖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缺点：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模型小、长轨迹脆弱、端侧 prefill/decode 慢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右栏：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全云端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优点：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推理和多模态能力强、工具生态成熟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缺点：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网络延迟、持续成本、原始 UI/本地数据暴露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底部结论：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协同的目标不是“尽量少用云”，而是在成功率约束下最小化云调用、延迟、通信与隐私暴露。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同叫“端云协同”，实际可能发生在四个不同层次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层次 1 任务层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云端分解，本地执行子任务（Minions）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382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46704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2152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层次 2 轨迹层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每个 Agent step 动态路由（Hera）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6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63056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层次 3 表示层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只上传 UI block / feature / KV（CORE、split inference）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96528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79408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34856" y="1554480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536192"/>
            <a:ext cx="181051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层次 4 执行层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本地过滤与守卫、云端语义判断（Cognitive Firewall、AgenTEE）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右下角提示：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比较论文前，必须先问“路由的单位是什么？”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B 方向代表论文：从协作协议走向可信 Agent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时间线：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2025 Minions → 2025 CORE → 2026 Mobile-Agent-v3.5 → 2026 Hera → 2026 Agent-X / AgenTEE / Cognitive Firewall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主讲种子：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Hera、CORE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补充桥梁：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Minions、Agent-X、Mobile-Agent-v3.5、AgenTEE、Cognitive Firewall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阅读问题：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谁决定？传什么？何时上云？如何证明收益与安全？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Minions：让云端“指导”，而不是让云端读取全部本地上下文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本地小模型能读私有长文档，但复杂推理弱；云端强模型能力高，却不应接收全文。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Naive Minion：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本地与云端来回对话；远程成本降 30.4×，但仅恢复 87% cloud-only 性能。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失败原因：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本地模型难以执行复杂多步指令，也难以在长上下文中稳定推理。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转折：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把难任务拆成短、局部、可并行的子任务。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云端分解与聚合，本地在私有数据上并行执行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云端基于任务生成结构化子任务。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382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46704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2152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本地在不同文档 chunk 上并行执行短子任务。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6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63056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只把局部结果/证据返回云端，而非发送完整上下文。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96528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79408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34856" y="1554480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536192"/>
            <a:ext cx="181051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云端聚合、必要时验证并形成答案。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关键点：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协同收益来自“能力分工 + 数据最小化 + 并行执行”，不只是模型路由。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质量可接近云端，但它还不是长轨迹 Agent 路由器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MinionS 平均降低 5.7× 远程成本，恢复 97.9% remote-only 性能。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优点：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本地数据不离端；子任务并行；协议容易理解。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面向长文档推理；环境基本静态；路由单位是子任务，不是 Agent 每一步。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过渡：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当 Agent 与环境交互后，每一步难度都在变化——需要 state-level coordination。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5.7×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远程成本降低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97.9%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cloud-only 性能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长轨迹中，云端价值集中在少数关键决策点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08-hera-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795473"/>
            <a:ext cx="5047488" cy="14225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motivation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设备模型：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低延迟、低成本，但复杂规划和状态跟踪容易失败。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云端模型：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能力强，但每一步调用都会累积费用和网络等待。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论文观察：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设备失败而云成功的轨迹中，仍有大量步骤端云动作一致；理想 router 无需把整条轨迹交给云端。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难点：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某一步是否关键，与轨迹位置、推理长度、预测熵和环境状态共同相关。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在 cloud-only 性能约束下，最小化整条轨迹的云调用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3703320" cy="192024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动作混合：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â(s,x) = (1-rφ(s,x))·πd(s,x) + rφ(s,x)·πc(s,x)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其中 rφ(s,x)∈{0,1}：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0 选择设备模型，1 升级到云模型。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优化目标：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minφ E[Σt rφ(st,x)]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280160"/>
            <a:ext cx="7223760" cy="1069848"/>
          </a:xfrm>
          <a:prstGeom prst="roundRect">
            <a:avLst/>
          </a:prstGeom>
          <a:solidFill>
            <a:srgbClr val="F2FBF9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era-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456" y="1481328"/>
            <a:ext cx="5387967" cy="57607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480560" y="2633472"/>
            <a:ext cx="7223760" cy="1069848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era-ob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233" y="2834640"/>
            <a:ext cx="5374412" cy="576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21207" y="3502152"/>
            <a:ext cx="5358384" cy="1344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6656" y="366674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68503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3648456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轨迹级约束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050791"/>
            <a:ext cx="4992624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router 管理的不是单步答案质量，而是未来成功率与累计云成本。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502152"/>
            <a:ext cx="5559552" cy="1344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00216" y="3666744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368503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3648456"/>
            <a:ext cx="47365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二元执行语义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050791"/>
            <a:ext cx="519379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rφ=0 走设备，rφ=1 升级云端；云端 policy 是质量锚点。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38928"/>
            <a:ext cx="10835640" cy="73152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约束：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E[R(τmix)] ≥ E[R(τcloud)]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解释：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router 不是估计单步“哪个回答更好”，而是在轨迹回报约束下管理未来云成本。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108192"/>
            <a:ext cx="4892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公式采用 Times New Roman / STIX，并作为独立透明 PNG 元素插入。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Stage I：用云轨迹回放构造 step-level 路由标签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0-hera-il-s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47909"/>
            <a:ext cx="5404104" cy="15701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IL stage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分别 rollout device policy 与 cloud policy。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170432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62872" y="1335024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1316736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71907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选取 cloud 成功、device 明显较差的任务集合 Xdiff。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578608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274320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724912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127248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在 cloud trajectory 的每个 state 上重放 device model。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7424" y="2578608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274320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724912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127248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device action 与 cloud action 不一致 → 标注“需要云”；一致 → 标注“本地足够”。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2512" y="3986784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37960" y="4151376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169664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133088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4535424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用 BCE 训练 500M 二分类 router。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优点：把离散路由转为可监督学习；缺点：动作相同只是 proxy，不直接等于最终成功。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Stage II：从“像云端”转向“整条轨迹成功且少上云”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11/24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1-hera-rl-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74908"/>
            <a:ext cx="5404103" cy="11161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RL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对同一初始状态采样 N 条混合路由轨迹。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170432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62872" y="1335024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1316736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71907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将多条轨迹中相同 state 分组。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578608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2743200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724912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127248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分别估计本地/云决策后的 expected return R̂(d;s)。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7424" y="2578608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274320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724912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127248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估计从当前 state 开始的 future cloud calls Ĉ(d;s)。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2512" y="3986784"/>
            <a:ext cx="25603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37960" y="4151376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169664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133088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4535424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优先选回报更高的决策；回报近似时选未来云调用更少者。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标签规则：若 |R̂1-R̂0|≤ε，则 y(s)=argmin_d Ĉ(d;s)。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Hera 只在 46.3% 的 steps 调云，达到 92.5% cloud-only 成功率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12/24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2-hera-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79" y="1335023"/>
            <a:ext cx="4520073" cy="3575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Pareto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Benchmark：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ALFWorld、WebShop、AppWorld。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综合结果：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92.5% cloud-only success；53.6% cloud cost；69.3% end-to-end latency。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Router overhead：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约 61 ms/step。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消融：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IL 提供稳定冷启动；RL 进一步提高成功率并减少云调用。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关键解释：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 路由应使用 trajectory-level feedback，而非把通用 request router 机械地逐步调用。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263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750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00807B"/>
                </a:solidFill>
                <a:latin typeface="Microsoft YaHei"/>
              </a:rPr>
              <a:t>92.5%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50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云端成功率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53.6%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云端成本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69.3%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E2E latency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6589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4A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075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4A39C"/>
                </a:solidFill>
                <a:latin typeface="Microsoft YaHei"/>
              </a:rPr>
              <a:t>61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075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router / step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Hera 选择计算位置；CORE 进一步选择可见信息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13/24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3-core-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507389"/>
            <a:ext cx="5047487" cy="19986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motivation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Hera 的未解决问题：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上云时通常把完整 state/context 交给云模型。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GUI 场景的风险：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每一步 screenshot/XML 都可能包含与当前动作无关的联系人、消息、账号和历史内容。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00807B"/>
                </a:solidFill>
                <a:latin typeface="Microsoft YaHei"/>
              </a:rPr>
              <a:t>新问题：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能否只暴露与当前 sub-task 相关的 UI 局部，同时保留云模型的决策能力？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CORE：本地模型做粗筛，云模型做精决策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14/24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4-core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30141"/>
            <a:ext cx="5404104" cy="16056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组件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Layout-aware block partitioning——按 XML 层级与语义邻近将页面分块。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170432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62872" y="1335024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1316736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组件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719072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Co-planning——本地与云端共同判断当前 sub-task。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871215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3035808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054096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017520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组件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419856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Co-decision-making——本地排序相关 block，云端只在 top block 内选择具体 UI element。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7424" y="2871215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3035808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3054096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3017520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组件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419856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Multi-round accumulation——本地误判时逐轮扩大候选上下文。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目标：在 task success 与 UI exposure 之间形成可控权衡。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先把页面变成语义 block，再决定哪一块可以上云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00807B"/>
                </a:solidFill>
                <a:latin typeface="Microsoft YaHei"/>
              </a:rPr>
              <a:t>端云协同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15/24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-15-core-block-part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67132"/>
            <a:ext cx="5404104" cy="15317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block partition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根据父子层级、空间邻近和容器关系形成初始 block。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7424" y="1170432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62872" y="1335024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1316736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719072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限制 block 大小，避免完整页面退化为一个 block。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871215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3035808"/>
            <a:ext cx="393192" cy="393192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054096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017520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419856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保留可操作元素和必要文本，去除与当前动作无关的冗余。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7424" y="2871215"/>
            <a:ext cx="25603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62872" y="3035808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3054096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3017520"/>
            <a:ext cx="173735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 i="0">
                <a:solidFill>
                  <a:srgbClr val="225DA8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419856"/>
            <a:ext cx="2194560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为每个 block 生成可供本地模型排序的结构化描述。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意义：协同单位从“整个 state”缩小为“候选信息块”。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端云协同 Agent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