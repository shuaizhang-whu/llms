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本页目的：C．GUI Agent 执行。讲解时先给出结论，再解释证据和方法边界。核心内容：。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本页目的：一次错误会改变环境，并沿后续轨迹持续放大。讲解时先给出结论，再解释证据和方法边界。核心内容：离线任务：输出错误通常只影响当前答案。；GUI 任务：click/type/delete/pay 会改变真实系统状态；错误可能不可逆。；额外挑战：像素/控件 grounding、动态渲染、网络延迟、弹窗、跨应用状态、隐藏系统状态。。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本页目的：GUI Agent 是“感知—规划—动作—验证”的完整系统。讲解时先给出结论，再解释证据和方法边界。核心内容：Observation：screenshot / DOM / a11y / UIA / XML。；Grounding：element / coordinate / control / text。；Planning：task → subgoal → candidate actions。。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本页目的：本章从环境与 Actor，走向三阶段 verifier。讲解时先给出结论，再解释证据和方法边界。核心内容：环境底座：OSWorld。；执行系统：UFO²。；跨平台 Actor：Mobile-Agent-v3.5 / GUI-Owl-1.5。。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本页目的：静态截图数据无法评估替代路径、状态变化与跨应用执行。讲解时先给出结论，再解释证据和方法边界。核心内容：现有问题：离线 demonstration 只有固定答案；简化 web 环境覆盖面有限；无法进行真实 exploration 与 execution-based evaluation。；OSWorld：支持 Ubuntu、Windows、macOS；允许鼠标、键盘、GUI 与 CLI；可运行任意应用。；每个任务包含：自然语言指令、初始系统状态 setup、可复现 VM、执行脚本 evaluator。。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本页目的：369 个开放式计算机任务，覆盖文件、应用与跨应用 workflow。讲解时先给出结论，再解释证据和方法边界。核心内容：任务范围：浏览器、办公软件、图像、邮件、代码、OS 文件 I/O、多应用协同。；评测：134 类定制 evaluator，不依赖唯一操作序列，而检查最终环境状态。；结果：人类完成率 72.36%；当时最佳模型仅 12.24%；跨应用 workflow 最佳仅 6.57%。。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本页目的：OSWorld 把 GUI Agent 从“预测动作”推进到“完成任务”。讲解时先给出结论，再解释证据和方法边界。核心内容：价值：真实可执行、初态可复现、跨 OS/跨 app、支持在线学习。；局限 1：脚本 evaluator 仍可能把替代正确路径判为 false negative。；局限 2：环境启动与大规模 rollout 成本高。。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本页目的：截图 + 模拟鼠标不足以支撑可扩展桌面自动化。讲解时先给出结论，再解释证据和方法边界。核心内容：问题：视觉输入冗余；缺少 UIA、应用 API 与 process state；自动化占用主桌面并干扰用户。；UFO² 定位：Windows multi-agent AgentOS，把 OS 能力、应用专用知识和执行控制嵌入 Agent loop。；核心思想：不是让一个通用模型直接操作所有应用，而是由中央协调器调度应用专家。。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本页目的：HostAgent 负责跨应用分解，AppAgent 负责应用内可靠执行。讲解时先给出结论，再解释证据和方法边界。核心内容：HostAgent：理解用户目标、分解跨应用 subtasks、选择/调度 AppAgent、汇总进度。；AppAgent：具备应用特定 API、domain knowledge、control detection 和 action execution。；Session：维护 task、application、window、control 与 execution history。。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本页目的：能调用 API 时不必坚持“像人一样点鼠标”。讲解时先给出结论，再解释证据和方法边界。核心内容：GUI action：适合没有稳定接口、需要视觉定位或低层交互的控件。；Native/app API：适合结构化、批量、精确且对布局变化鲁棒的操作。；UFO²：在同一 plan 中混合 GUI 与 API，并由 AppAgent 根据状态选择。。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225DA8"/>
                </a:solidFill>
                <a:latin typeface="Microsoft YaHei"/>
              </a:rPr>
              <a:t>C ·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C．GUI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从可执行环境、OS 级系统到执行前/中/后的验证闭环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Screen / UIA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22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GUI /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22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Effect /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225DA8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一次错误会改变环境，并沿后续轨迹持续放大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离线任务：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输出错误通常只影响当前答案。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任务：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click/type/delete/pay 会改变真实系统状态；错误可能不可逆。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额外挑战：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像素/控件 grounding、动态渲染、网络延迟、弹窗、跨应用状态、隐藏系统状态。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核心指标：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不能只看单步 action accuracy，必须看 end-to-end success、loop、recovery 和副作用。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GUI Agent 是“感知—规划—动作—验证”的完整系统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Observation：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screenshot / DOM / a11y / UIA / XML。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Grounding：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element / coordinate / control / text。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Planning：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task → subgoal → candidate actions。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Execution：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 event / keyboard / shell / API / MCP。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Verification：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action effect / hidden state / artifact / completion condition。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Recovery：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retry / re-ground / alternative action / rollback / ask user。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本章从环境与 Actor，走向三阶段 verifier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环境底座：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执行系统：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UFO²。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跨平台 Actor：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Mobile-Agent-v3.5 / GUI-Owl-1.5。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端云移动场景：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GUI-Critic-R1。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执行中：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VeriGUI。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执行后：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VAGEN / IRA。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静态截图数据无法评估替代路径、状态变化与跨应用执行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5-osworld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425899"/>
            <a:ext cx="5047487" cy="2161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论文原图：OSWorld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现有问题：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离线 demonstration 只有固定答案；简化 web 环境覆盖面有限；无法进行真实 exploration 与 execution-based evaluation。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OSWorld：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支持 Ubuntu、Windows、macOS；允许鼠标、键盘、GUI 与 CLI；可运行任意应用。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每个任务包含：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自然语言指令、初始系统状态 setup、可复现 VM、执行脚本 evaluator。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369 个开放式计算机任务，覆盖文件、应用与跨应用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6-osworld-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65038"/>
            <a:ext cx="5047488" cy="3115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论文原图：OSWorld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任务范围：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浏览器、办公软件、图像、邮件、代码、OS 文件 I/O、多应用协同。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134 类定制 evaluator，不依赖唯一操作序列，而检查最终环境状态。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人类完成率 72.36%；当时最佳模型仅 12.24%；跨应用 workflow 最佳仅 6.57%。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主要错误：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点击坐标不准、重复动作、弹窗干扰、缺乏 GUI/domain knowledge。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263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750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369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50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evaluators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72.36%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human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589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4A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75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4A39C"/>
                </a:solidFill>
                <a:latin typeface="Microsoft YaHei"/>
              </a:rPr>
              <a:t>12.24%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075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then-best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OSWorld 把 GUI Agent 从“预测动作”推进到“完成任务”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价值：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真实可执行、初态可复现、跨 OS/跨 app、支持在线学习。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脚本 evaluator 仍可能把替代正确路径判为 false negative。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2：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环境启动与大规模 rollout 成本高。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3：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benchmark 本身不提供更可靠的 Actor 架构。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下一步不是只训练更大的 VLM，而是把 CUA 变成深度集成 OS 的执行系统。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截图 + 模拟鼠标不足以支撑可扩展桌面自动化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8-ufo2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855385"/>
            <a:ext cx="5047488" cy="33026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视觉输入冗余；缺少 UIA、应用 API 与 process state；自动化占用主桌面并干扰用户。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UFO² 定位：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Windows multi-agent AgentOS，把 OS 能力、应用专用知识和执行控制嵌入 Agent loop。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核心思想：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不是让一个通用模型直接操作所有应用，而是由中央协调器调度应用专家。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HostAgent 负责跨应用分解，AppAgent 负责应用内可靠执行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9-ufo2-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94805"/>
            <a:ext cx="5047488" cy="3623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HostAgent：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理解用户目标、分解跨应用 subtasks、选择/调度 AppAgent、汇总进度。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AppAgent：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具备应用特定 API、domain knowledge、control detection 和 action execution。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Session：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维护 task、application、window、control 与 execution history。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模块化扩展；不同 app 可采用不同 observation/action 接口。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能调用 API 时不必坚持“像人一样点鼠标”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0-ufo2-host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78189"/>
            <a:ext cx="5047488" cy="28570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HostAgent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适合没有稳定接口、需要视觉定位或低层交互的控件。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Native/app API：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适合结构化、批量、精确且对布局变化鲁棒的操作。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UFO²：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在同一 plan 中混合 GUI 与 API，并由 AppAgent 根据状态选择。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收益：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减少不必要视觉推理、操作步数和布局脆弱性。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风险：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API 权限更强，必须配套 safeguard 与 scope control。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Agent 执行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