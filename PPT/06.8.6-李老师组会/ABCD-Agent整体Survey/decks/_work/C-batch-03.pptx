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本页目的：C．GUI Agent 执行。讲解时先给出结论，再解释证据和方法边界。核心内容：。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本页目的：一次错误会改变环境，并沿后续轨迹持续放大。讲解时先给出结论，再解释证据和方法边界。核心内容：离线任务：输出错误通常只影响当前答案。；GUI 任务：click/type/delete/pay 会改变真实系统状态；错误可能不可逆。；额外挑战：像素/控件 grounding、动态渲染、网络延迟、弹窗、跨应用状态、隐藏系统状态。。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是“感知—规划—动作—验证”的完整系统。讲解时先给出结论，再解释证据和方法边界。核心内容：Observation：screenshot / DOM / a11y / UIA / XML。；Grounding：element / coordinate / control / text。；Planning：task → subgoal → candidate actions。。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本页目的：本章从环境与 Actor，走向三阶段 verifier。讲解时先给出结论，再解释证据和方法边界。核心内容：环境底座：OSWorld。；执行系统：UFO²。；跨平台 Actor：Mobile-Agent-v3.5 / GUI-Owl-1.5。。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本页目的：静态截图数据无法评估替代路径、状态变化与跨应用执行。讲解时先给出结论，再解释证据和方法边界。核心内容：现有问题：离线 demonstration 只有固定答案；简化 web 环境覆盖面有限；无法进行真实 exploration 与 execution-based evaluation。；OSWorld：支持 Ubuntu、Windows、macOS；允许鼠标、键盘、GUI 与 CLI；可运行任意应用。；每个任务包含：自然语言指令、初始系统状态 setup、可复现 VM、执行脚本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本页目的：369 个开放式计算机任务，覆盖文件、应用与跨应用 workflow。讲解时先给出结论，再解释证据和方法边界。核心内容：任务范围：浏览器、办公软件、图像、邮件、代码、OS 文件 I/O、多应用协同。；评测：134 类定制 evaluator，不依赖唯一操作序列，而检查最终环境状态。；结果：人类完成率 72.36%；当时最佳模型仅 12.24%；跨应用 workflow 最佳仅 6.57%。。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本页目的：OSWorld 把 GUI Agent 从“预测动作”推进到“完成任务”。讲解时先给出结论，再解释证据和方法边界。核心内容：价值：真实可执行、初态可复现、跨 OS/跨 app、支持在线学习。；局限 1：脚本 evaluator 仍可能把替代正确路径判为 false negative。；局限 2：环境启动与大规模 rollout 成本高。。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本页目的：截图 + 模拟鼠标不足以支撑可扩展桌面自动化。讲解时先给出结论，再解释证据和方法边界。核心内容：问题：视觉输入冗余；缺少 UIA、应用 API 与 process state；自动化占用主桌面并干扰用户。；UFO² 定位：Windows multi-agent AgentOS，把 OS 能力、应用专用知识和执行控制嵌入 Agent loop。；核心思想：不是让一个通用模型直接操作所有应用，而是由中央协调器调度应用专家。。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本页目的：HostAgent 负责跨应用分解，AppAgent 负责应用内可靠执行。讲解时先给出结论，再解释证据和方法边界。核心内容：HostAgent：理解用户目标、分解跨应用 subtasks、选择/调度 AppAgent、汇总进度。；AppAgent：具备应用特定 API、domain knowledge、control detection 和 action execution。；Session：维护 task、application、window、control 与 execution history。。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本页目的：能调用 API 时不必坚持“像人一样点鼠标”。讲解时先给出结论，再解释证据和方法边界。核心内容：GUI action：适合没有稳定接口、需要视觉定位或低层交互的控件。；Native/app API：适合结构化、批量、精确且对布局变化鲁棒的操作。；UFO²：在同一 plan 中混合 GUI 与 API，并由 AppAgent 根据状态选择。。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本页目的：UIA 提供结构，视觉解析补足非标准控件。讲解时先给出结论，再解释证据和方法边界。核心内容：结构感知：Windows UI Automation/Win32/WinCOM 提供 control metadata 与状态。；视觉感知：OmniParser 等模型处理 canvas、custom widget、无 accessibility 节点的界面。；融合：先检索结构控件，再用视觉补足，形成统一 control list。。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本页目的：一次推理生成多个 GUI 动作，用轻量状态检查决定是否继续提交。讲解时先给出结论，再解释证据和方法边界。核心内容：问题：每个 GUI step 都调用 LLM，延迟随轨迹长度线性累积。；方法：模型生成 multi-action sequence；执行引擎逐个提交动作。；验证：每个动作后检查 control/application state；若与预期一致则继续，异常则停止并重新规划。。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本页目的：可靠执行还需要隔离用户桌面与高风险动作。讲解时先给出结论，再解释证据和方法边界。核心内容：PiP：基于 Windows remote desktop loopback 建立嵌套虚拟桌面；用户与 Agent 可并行工作。；Safeguard：对危险/越权操作进行检查，避免强 API 直接造成副作用。；实验：覆盖 20+ Windows apps；即使使用通用 GPT-4o，整体表现比专用 CUA 高超过 10%（论文报告）。。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本页目的：移动 GUI 还要解决“每一步页面是否都能上传”。讲解时先给出结论，再解释证据和方法边界。核心内容：观察：cloud mobile agent 通常每步上传完整 XML/screenshot；大部分 UI 与当前 action 无关。；CORE：本地 block partition/ranking + 云端 element decision + multi-round accumulation。；执行意义：将 observation 的可见范围纳入 action pipeline，兼顾成功率与隐私。。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本页目的：统一 desktop、mobile、browser、tool/MCP 的 GUI Agent 模型谱系。讲解时先给出结论，再解释证据和方法边界。核心内容：GUI-Owl-1.5：2B/4B/8B/32B/235B；instruct 与 thinking variants。；数据：模拟环境 + cloud sandbox 的 hybrid data flywheel。；能力：grounding、GUI automation、Tool/MCP、memory、多 Agent adaptation。。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C ·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C．GUI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从可执行环境、OS 级系统到执行前/中/后的验证闭环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Screen / UIA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GUI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Effect /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一次错误会改变环境，并沿后续轨迹持续放大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离线任务：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输出错误通常只影响当前答案。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click/type/delete/pay 会改变真实系统状态；错误可能不可逆。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额外挑战：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像素/控件 grounding、动态渲染、网络延迟、弹窗、跨应用状态、隐藏系统状态。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不能只看单步 action accuracy，必须看 end-to-end success、loop、recovery 和副作用。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是“感知—规划—动作—验证”的完整系统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screenshot / DOM / a11y / UIA / XML。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element / coordinate / control / text。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→ subgoal → candidate actions。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event / keyboard / shell / API / MCP。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action effect / hidden state / artifact / completion condition。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retry / re-ground / alternative action / rollback / ask user。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本章从环境与 Actor，走向三阶段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环境底座：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执行系统：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UFO²。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跨平台 Actor：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Mobile-Agent-v3.5 / GUI-Owl-1.5。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端云移动场景：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执行中：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执行后：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 / IRA。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静态截图数据无法评估替代路径、状态变化与跨应用执行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5-osworld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5899"/>
            <a:ext cx="5047487" cy="2161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现有问题：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离线 demonstration 只有固定答案；简化 web 环境覆盖面有限；无法进行真实 exploration 与 execution-based evaluation。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支持 Ubuntu、Windows、macOS；允许鼠标、键盘、GUI 与 CLI；可运行任意应用。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每个任务包含：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自然语言指令、初始系统状态 setup、可复现 VM、执行脚本 evaluator。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369 个开放式计算机任务，覆盖文件、应用与跨应用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6-osworld-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65038"/>
            <a:ext cx="5047488" cy="311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任务范围：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浏览器、办公软件、图像、邮件、代码、OS 文件 I/O、多应用协同。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134 类定制 evaluator，不依赖唯一操作序列，而检查最终环境状态。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人类完成率 72.36%；当时最佳模型仅 12.24%；跨应用 workflow 最佳仅 6.57%。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主要错误：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点击坐标不准、重复动作、弹窗干扰、缺乏 GUI/domain knowledge。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evaluators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72.36%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human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12.24%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then-best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OSWorld 把 GUI Agent 从“预测动作”推进到“完成任务”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价值：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真实可执行、初态可复现、跨 OS/跨 app、支持在线学习。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脚本 evaluator 仍可能把替代正确路径判为 false negative。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环境启动与大规模 rollout 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benchmark 本身不提供更可靠的 Actor 架构。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下一步不是只训练更大的 VLM，而是把 CUA 变成深度集成 OS 的执行系统。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截图 + 模拟鼠标不足以支撑可扩展桌面自动化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8-ufo2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55385"/>
            <a:ext cx="5047488" cy="3302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视觉输入冗余；缺少 UIA、应用 API 与 process state；自动化占用主桌面并干扰用户。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 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multi-agent AgentOS，把 OS 能力、应用专用知识和执行控制嵌入 Agent loop。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核心思想：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不是让一个通用模型直接操作所有应用，而是由中央协调器调度应用专家。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HostAgent 负责跨应用分解，AppAgent 负责应用内可靠执行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9-ufo2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HostAgent：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理解用户目标、分解跨应用 subtasks、选择/调度 AppAgent、汇总进度。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AppAgent：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具备应用特定 API、domain knowledge、control detection 和 action execution。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Session：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维护 task、application、window、control 与 execution history。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模块化扩展；不同 app 可采用不同 observation/action 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能调用 API 时不必坚持“像人一样点鼠标”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0-ufo2-host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78189"/>
            <a:ext cx="5047488" cy="2857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HostAgent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适合没有稳定接口、需要视觉定位或低层交互的控件。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Native/app API：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适合结构化、批量、精确且对布局变化鲁棒的操作。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在同一 plan 中混合 GUI 与 API，并由 AppAgent 根据状态选择。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减少不必要视觉推理、操作步数和布局脆弱性。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API 权限更强，必须配套 safeguard 与 scope control。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UIA 提供结构，视觉解析补足非标准控件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1-ufo2-gui-api-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94017"/>
            <a:ext cx="5047488" cy="28254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GUI/API hybrid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结构感知：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UI Automation/Win32/WinCOM 提供 control metadata 与状态。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视觉感知：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OmniParser 等模型处理 canvas、custom widget、无 accessibility 节点的界面。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融合：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先检索结构控件，再用视觉补足，形成统一 control list。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持续知识：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应用文档、patch note、历史执行轨迹进入向量化 memory，无需重新训练模型。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一次推理生成多个 GUI 动作，用轻量状态检查决定是否继续提交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2-ufo2-knowledge-subst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67" y="1335024"/>
            <a:ext cx="4513896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knowledge substrate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 GUI step 都调用 LLM，延迟随轨迹长度线性累积。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模型生成 multi-action sequence；执行引擎逐个提交动作。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验证：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每个动作后检查 control/application state；若与预期一致则继续，异常则停止并重新规划。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与 Speculative Actions 的关系：都预测未来动作；UFO² 更依赖 OS control state，聚焦桌面 workflow。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多动作越长，分支/副作用越难回滚；固定 horizon 不适合所有状态。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可靠执行还需要隔离用户桌面与高风险动作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3-ufo2-speculative-multi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28217"/>
            <a:ext cx="5047488" cy="175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speculative multi-action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PiP：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基于 Windows remote desktop loopback 建立嵌套虚拟桌面；用户与 Agent 可并行工作。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Safeguard：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对危险/越权操作进行检查，避免强 API 直接造成副作用。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实验：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覆盖 20+ Windows apps；即使使用通用 GPT-4o，整体表现比专用 CUA 高超过 10%（论文报告）。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系统结论：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深度 OS integration 的收益来自更强 observation/action substrate，而不只是更强模型。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移动 GUI 还要解决“每一步页面是否都能上传”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4-ufo2-picture-in-pi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25748"/>
            <a:ext cx="5047488" cy="35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picture-in-picture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 mobile agent 通常每步上传完整 XML/screenshot；大部分 UI 与当前 action 无关。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 block partition/ranking + 云端 element decision + multi-round accumulation。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将 observation 的可见范围纳入 action pipeline，兼顾成功率与隐私。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统一 desktop、mobile、browser、tool/MCP 的 GUI Agent 模型谱系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5-ufo2-safegu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00289"/>
            <a:ext cx="5047488" cy="30128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safeguard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GUI-Owl-1.5：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2B/4B/8B/32B/235B；instruct 与 thinking variants。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模拟环境 + cloud sandbox 的 hybrid data flywheel。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grounding、GUI automation、Tool/MCP、memory、多 Agent adaptation。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多平台 environment RL；MRPO 处理任务冲突与长轨迹低效问题。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Agent 执行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