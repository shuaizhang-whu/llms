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本页目的：B．端云协同 Agent。讲解时先给出结论，再解释证据和方法边界。核心内容：。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本页目的：端云矛盾不是二选一，而是多目标约束。讲解时先给出结论，再解释证据和方法边界。核心内容：左栏：全本地；优点：隐私、离线可用、无 API 费用、低网络依赖；缺点：模型小、长轨迹脆弱、端侧 prefill/decode 慢。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本页目的：同叫“端云协同”，实际可能发生在四个不同层次。讲解时先给出结论，再解释证据和方法边界。核心内容：层次 1 任务层：云端分解，本地执行子任务（Minions）；层次 2 轨迹层：每个 Agent step 动态路由（Hera）；层次 3 表示层：只上传 UI block / feature / KV（CORE、split inference）。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方向代表论文：从协作协议走向可信 Agent runtime。讲解时先给出结论，再解释证据和方法边界。核心内容：时间线：2025 Minions → 2025 CORE → 2026 Mobile-Agent-v3.5 → 2026 Hera → 2026 Agent-X / AgenTEE / Cognitive Firewall；主讲种子：Hera、CORE；补充桥梁：Minions、Agent-X、Mobile-Agent-v3.5、AgenTEE、Cognitive Firewall。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Minions：让云端“指导”，而不是让云端读取全部本地上下文。讲解时先给出结论，再解释证据和方法边界。核心内容：问题：本地小模型能读私有长文档，但复杂推理弱；云端强模型能力高，却不应接收全文。；Naive Minion：本地与云端来回对话；远程成本降 30.4×，但仅恢复 87% cloud-only 性能。；失败原因：本地模型难以执行复杂多步指令，也难以在长上下文中稳定推理。。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本页目的：云端分解与聚合，本地在私有数据上并行执行。讲解时先给出结论，再解释证据和方法边界。核心内容：Step 1：云端基于任务生成结构化子任务。；Step 2：本地在不同文档 chunk 上并行执行短子任务。；Step 3：只把局部结果/证据返回云端，而非发送完整上下文。。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本页目的：质量可接近云端，但它还不是长轨迹 Agent 路由器。讲解时先给出结论，再解释证据和方法边界。核心内容：结果：MinionS 平均降低 5.7× 远程成本，恢复 97.9% remote-only 性能。；优点：本地数据不离端；子任务并行；协议容易理解。；局限：面向长文档推理；环境基本静态；路由单位是子任务，不是 Agent 每一步。。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长轨迹中，云端价值集中在少数关键决策点。讲解时先给出结论，再解释证据和方法边界。核心内容：设备模型：低延迟、低成本，但复杂规划和状态跟踪容易失败。；云端模型：能力强，但每一步调用都会累积费用和网络等待。；论文观察：设备失败而云成功的轨迹中，仍有大量步骤端云动作一致；理想 router 无需把整条轨迹交给云端。。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本页目的：在 cloud-only 性能约束下，最小化整条轨迹的云调用。讲解时先给出结论，再解释证据和方法边界。核心内容：动作混合：â(s,x) = (1-rφ(s,x))·πd(s,x) + rφ(s,x)·πc(s,x)；其中 rφ(s,x)∈{0,1}：0 选择设备模型，1 升级到云模型。；优化目标：minφ E[Σt rφ(st,x)]。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I：用云轨迹回放构造 step-level 路由标签。讲解时先给出结论，再解释证据和方法边界。核心内容：Step 1：分别 rollout device policy 与 cloud policy。；Step 2：选取 cloud 成功、device 明显较差的任务集合 Xdiff。；Step 3：在 cloud trajectory 的每个 state 上重放 device model。。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B ·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B．端云协同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从请求路由到步级协作、选择性披露与可信执行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本地模型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隐私 · 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step / block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动态协作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强模型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规划 · 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端云矛盾不是二选一，而是多目标约束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左栏：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全本地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隐私、离线可用、无 API 费用、低网络依赖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模型小、长轨迹脆弱、端侧 prefill/decode 慢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推理和多模态能力强、工具生态成熟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网络延迟、持续成本、原始 UI/本地数据暴露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协同的目标不是“尽量少用云”，而是在成功率约束下最小化云调用、延迟、通信与隐私暴露。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同叫“端云协同”，实际可能发生在四个不同层次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层次 1 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云端分解，本地执行子任务（Minions）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层次 2 轨迹层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每个 Agent step 动态路由（Hera）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层次 3 表示层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只上传 UI block / feature / KV（CORE、split inference）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层次 4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本地过滤与守卫、云端语义判断（Cognitive Firewall、AgenTEE）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右下角提示：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比较论文前，必须先问“路由的单位是什么？”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方向代表论文：从协作协议走向可信 Agent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时间线：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2025 Minions → 2025 CORE → 2026 Mobile-Agent-v3.5 → 2026 Hera → 2026 Agent-X / AgenTEE / 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主讲种子：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补充桥梁：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Minions、Agent-X、Mobile-Agent-v3.5、AgenTEE、Cognitive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阅读问题：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谁决定？传什么？何时上云？如何证明收益与安全？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Minions：让云端“指导”，而不是让云端读取全部本地上下文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本地小模型能读私有长文档，但复杂推理弱；云端强模型能力高，却不应接收全文。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Naive Minion：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本地与云端来回对话；远程成本降 30.4×，但仅恢复 87% cloud-only 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失败原因：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本地模型难以执行复杂多步指令，也难以在长上下文中稳定推理。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转折：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把难任务拆成短、局部、可并行的子任务。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云端分解与聚合，本地在私有数据上并行执行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云端基于任务生成结构化子任务。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本地在不同文档 chunk 上并行执行短子任务。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只把局部结果/证据返回云端，而非发送完整上下文。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云端聚合、必要时验证并形成答案。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协同收益来自“能力分工 + 数据最小化 + 并行执行”，不只是模型路由。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质量可接近云端，但它还不是长轨迹 Agent 路由器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 平均降低 5.7× 远程成本，恢复 97.9% remote-only 性能。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本地数据不离端；子任务并行；协议容易理解。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面向长文档推理；环境基本静态；路由单位是子任务，不是 Agent 每一步。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 Agent 与环境交互后，每一步难度都在变化——需要 state-level coordination。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5.7×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远程成本降低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cloud-only 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长轨迹中，云端价值集中在少数关键决策点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08-hera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95473"/>
            <a:ext cx="5047488" cy="1422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设备模型：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低延迟、低成本，但复杂规划和状态跟踪容易失败。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能力强，但每一步调用都会累积费用和网络等待。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论文观察：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设备失败而云成功的轨迹中，仍有大量步骤端云动作一致；理想 router 无需把整条轨迹交给云端。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难点：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某一步是否关键，与轨迹位置、推理长度、预测熵和环境状态共同相关。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在 cloud-only 性能约束下，最小化整条轨迹的云调用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703320" cy="192024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动作混合：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â(s,x) = (1-rφ(s,x))·πd(s,x) + rφ(s,x)·πc(s,x)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其中 rφ(s,x)∈{0,1}：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0 选择设备模型，1 升级到云模型。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优化目标：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minφ E[Σt rφ(st,x)]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7223760" cy="1069848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a-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56" y="1481328"/>
            <a:ext cx="5387967" cy="576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2633472"/>
            <a:ext cx="7223760" cy="1069848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a-o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233" y="2834640"/>
            <a:ext cx="5374412" cy="576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7" y="3502152"/>
            <a:ext cx="5358384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66674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64845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轨迹级约束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50791"/>
            <a:ext cx="49926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router 管理的不是单步答案质量，而是未来成功率与累计云成本。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02152"/>
            <a:ext cx="5559552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3666744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648456"/>
            <a:ext cx="47365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二元执行语义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50791"/>
            <a:ext cx="5193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rφ=0 走设备，rφ=1 升级云端；云端 policy 是质量锚点。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835640" cy="7315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约束：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E[R(τmix)] ≥ E[R(τcloud)]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router 不是估计单步“哪个回答更好”，而是在轨迹回报约束下管理未来云成本。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I：用云轨迹回放构造 step-level 路由标签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0-hera-il-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47909"/>
            <a:ext cx="5404104" cy="1570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IL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 rollout device policy 与 cloud policy。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选取 cloud 成功、device 明显较差的任务集合 Xdiff。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在 cloud trajectory 的每个 state 上重放 device model。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device action 与 cloud action 不一致 → 标注“需要云”；一致 → 标注“本地足够”。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用 BCE 训练 500M 二分类 router。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优点：把离散路由转为可监督学习；缺点：动作相同只是 proxy，不直接等于最终成功。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端云协同 Agent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