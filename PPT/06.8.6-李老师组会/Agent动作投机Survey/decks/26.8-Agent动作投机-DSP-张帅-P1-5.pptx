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这篇工作不是重新设计动作 Speculator，而是回答一个更具体的系统问题：已经有快慢两个 Agent 并行规划时，每一轮到底应该投机多远？我会把重点放在动态 k、在线价值学习和延迟—成本控制。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 k 的问题是它用一个全局常数代替了局部可预测性。简单阶段可能连续命中很多步，复杂阶段第一步就失配。DSP 的三个贡献分别对应分析、预测和部署控制。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这一页先讲清固定 k 基线，否则后面动态预测没有参照。关键是首个失配后的草拟全部作废。因此最优 k 其实是对当前状态可连续命中长度 m 的估计。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DSP 的运行时闭环分成三条线。A 和 T 负责实际规划；预测器在 episode 开始时估计 k，并且与 A 并行来隐藏自身延迟；训练器则等 T 给出标签后在后台更新。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这里不要把 DSP 讲成一个复杂的策略学习问题。它实际上是状态价值回归：用当前轨迹预测还能命中多少步。当 lambda=1 且 gamma=1 时，就是直接用实际 k 做在线监督学习。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Dynamic Speculative Agent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用在线预测的动态投机深度控制延迟—成本权衡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41648"/>
            <a:ext cx="7863840" cy="50292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35424"/>
            <a:ext cx="4800600" cy="50292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Speculative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Yilin Guan et al. · arXiv:2509.01920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为什么固定投机步数 k 不够？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Agent 规划串行且延迟高；快 A 可草拟，慢 T 负责权威验证。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k 太小：并行窗口没吃满；k 太大：失配后的草拟调用全部浪费。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同一任务的不同阶段难度不同，不存在始终最优的固定 k。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Pareto 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将 k 作为延迟—成本的核心控制量。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动态 k 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DistilBERT 状态价值预测器在线学习连续命中长度。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用户可控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expectile 或 offset 将运行点在“更快—更省”间移动。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最终轨迹始终由 Target 决定；动态预测只改变提前执行多远。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固定 k：加速来自并行，浪费来自失配之后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64208"/>
            <a:ext cx="384048" cy="38404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 草拟 k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快 Approximation Agent 连续生成未来规划。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7237" y="2660904"/>
            <a:ext cx="228600" cy="0"/>
          </a:xfrm>
          <a:prstGeom prst="line">
            <a:avLst/>
          </a:prstGeom>
          <a:ln w="2540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32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7862" y="1664208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8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1637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T 并行验证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8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慢 Target Agent 从同一状态生成权威步骤。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47588" y="2660904"/>
            <a:ext cx="228600" cy="0"/>
          </a:xfrm>
          <a:prstGeom prst="line">
            <a:avLst/>
          </a:prstGeom>
          <a:ln w="2540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036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8212" y="1664208"/>
            <a:ext cx="384048" cy="384048"/>
          </a:xfrm>
          <a:prstGeom prst="ellipse">
            <a:avLst/>
          </a:prstGeom>
          <a:solidFill>
            <a:srgbClr val="24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82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19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首个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82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取消失配点之后所有未确认线程。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7938" y="2660904"/>
            <a:ext cx="228600" cy="0"/>
          </a:xfrm>
          <a:prstGeom prst="line">
            <a:avLst/>
          </a:prstGeom>
          <a:ln w="25400">
            <a:solidFill>
              <a:srgbClr val="24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039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8562" y="1664208"/>
            <a:ext cx="384048" cy="384048"/>
          </a:xfrm>
          <a:prstGeom prst="ellipse">
            <a:avLst/>
          </a:prstGeom>
          <a:solidFill>
            <a:srgbClr val="C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233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D2D2D"/>
                </a:solidFill>
                <a:latin typeface="Microsoft YaHei"/>
              </a:rPr>
              <a:t>跟随 T 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85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从 Target 的正确步骤继续，保持轨迹一致。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352544"/>
            <a:ext cx="31912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k &lt;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736592"/>
            <a:ext cx="3191256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冗余少，但留下未利用并行窗口。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420624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1" y="4352544"/>
            <a:ext cx="31912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k ≈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1" y="4736592"/>
            <a:ext cx="3191256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接近实际连续命中长度，收益最好。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420624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1" y="4352544"/>
            <a:ext cx="31912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k &gt;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1" y="4736592"/>
            <a:ext cx="3191256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延迟不再下降，token/API 冗余上升。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DSP：在每个投机 episode 中动态决定 k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状态 s_i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167128"/>
            <a:ext cx="4572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Predictor</a:t>
            </a:r>
            <a:br/>
            <a:r>
              <a:rPr sz="1500" b="1" i="0">
                <a:solidFill>
                  <a:srgbClr val="245EA8"/>
                </a:solidFill>
                <a:latin typeface="Microsoft YaHei"/>
              </a:rPr>
              <a:t>Vθ(s_i) → k_i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167128"/>
            <a:ext cx="50292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Approximation A</a:t>
            </a:r>
            <a:br/>
            <a:r>
              <a:rPr sz="1500" b="1" i="0">
                <a:solidFill>
                  <a:srgbClr val="00807B"/>
                </a:solidFill>
                <a:latin typeface="Microsoft YaHei"/>
              </a:rPr>
              <a:t>最多草拟 k_i 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2167128"/>
            <a:ext cx="86868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8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Target T</a:t>
            </a:r>
            <a:br/>
            <a:r>
              <a:rPr sz="1500" b="1" i="0">
                <a:solidFill>
                  <a:srgbClr val="A60000"/>
                </a:solidFill>
                <a:latin typeface="Microsoft YaHei"/>
              </a:rPr>
              <a:t>并行逐步验证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" y="2167128"/>
            <a:ext cx="68580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6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9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7E00"/>
                </a:solidFill>
                <a:latin typeface="Microsoft YaHei"/>
              </a:rPr>
              <a:t>Stop / Recover</a:t>
            </a:r>
            <a:br/>
            <a:r>
              <a:rPr sz="1500" b="1" i="0">
                <a:solidFill>
                  <a:srgbClr val="B97E00"/>
                </a:solidFill>
                <a:latin typeface="Microsoft YaHei"/>
              </a:rPr>
              <a:t>命中 k_i 或首个失配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3246120"/>
            <a:ext cx="7955279" cy="123444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5728" y="3419856"/>
            <a:ext cx="2240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5EA8"/>
                </a:solidFill>
                <a:latin typeface="Microsoft YaHei"/>
              </a:rPr>
              <a:t>Online Trainer（后台异步）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83280"/>
            <a:ext cx="5257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</a:rPr>
              <a:t>用 Target 得到的实际连续命中长度构造 (s,k) → 更新 training copy → 热同步 inference copy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66960" y="2743200"/>
            <a:ext cx="0" cy="1115568"/>
          </a:xfrm>
          <a:prstGeom prst="line">
            <a:avLst/>
          </a:prstGeom>
          <a:ln w="16510">
            <a:solidFill>
              <a:srgbClr val="245E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31720" y="2743200"/>
            <a:ext cx="0" cy="1115568"/>
          </a:xfrm>
          <a:prstGeom prst="line">
            <a:avLst/>
          </a:prstGeom>
          <a:ln w="16510">
            <a:solidFill>
              <a:srgbClr val="245E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6928" y="4919472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65776"/>
            <a:ext cx="31455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A/T 主执行线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9824"/>
            <a:ext cx="31455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决定权威轨迹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4919472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5065776"/>
            <a:ext cx="31455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Predictor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5449824"/>
            <a:ext cx="31455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与 A 当前步并行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7" y="4919472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5065776"/>
            <a:ext cx="31455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Trainer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449824"/>
            <a:ext cx="31455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不阻塞当前任务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预测“还能连续命中几步”：状态价值建模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7490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72184"/>
            <a:ext cx="34198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状态与回报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41985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s_t 是已验证轨迹；G_t 是到首次 mismatch 之前的实际连续命中步数。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7178040" cy="12344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-dsp-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382" y="1609344"/>
            <a:ext cx="4563835" cy="594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2788920"/>
            <a:ext cx="374903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935224"/>
            <a:ext cx="34198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TD / λ-return 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9272"/>
            <a:ext cx="3419856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DistilBERT 只回归 Vθ(s)，不负责生成 Agent 动作。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788920"/>
            <a:ext cx="7178040" cy="1325880"/>
          </a:xfrm>
          <a:prstGeom prst="roundRect">
            <a:avLst/>
          </a:prstGeom>
          <a:solidFill>
            <a:srgbClr val="F1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ormula-dsp-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025" y="2971800"/>
            <a:ext cx="4818828" cy="502920"/>
          </a:xfrm>
          <a:prstGeom prst="rect">
            <a:avLst/>
          </a:prstGeom>
        </p:spPr>
      </p:pic>
      <p:pic>
        <p:nvPicPr>
          <p:cNvPr id="17" name="Picture 16" descr="formula-dsp-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799" y="3456432"/>
            <a:ext cx="3880424" cy="5029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4617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7640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λ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148072"/>
            <a:ext cx="305409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更接近 1-step TD，方差小、偏差大。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4617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640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 &lt; λ &lt;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48072"/>
            <a:ext cx="305409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在短期 bootstrap 与完整回报之间做权衡。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2168" y="4617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7640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λ = 1, γ =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148072"/>
            <a:ext cx="305409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G_t = k，退化为在线监督回归可命中步数。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