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SPORK 的切入点是：不用辅助模型、不依赖历史轨迹，而是让正在运行的 Actor 从自己的 Prefix KV 上分叉，强制探测下一个工具调用。这也是动作投机与 token speculative decoding 的桥接。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SPORK 将三个问题分开处理：D1 降低多跑一个 probe 的开销，D2 决定什么时候真正发工具，D3 让失配分支也能回收一部分 token。三者分别对应成本模型的不同项。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三个经验发现支撑三个设计。模型在很早时就知道工具名，但参数需要更多 CoT 才稳定，所以需要动态置信门控。同时，即使完整调用不匹配，两者通常仍共享一段较长 token 前缀。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阅读这张图时先看 baseline 的串行工具等待，再看 SPORK 在首 token 之后分叉。D2 只在置信度足够高时发工具；主流到达后完整匹配 name+args，命中就用已完成结果，失配则串行执行并用 D3 回收 token 前缀。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这个成本模型是理解 SPORK 收益的关键。只有命中概率乘真实重叠时间大于 probe 开销，投机才值得。D1 通过首 token 后分叉复用 Prefix KV，把最重的重复 prefill 消掉。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SPORK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Self-Speculative Forking to Accelerate Agentic LLM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41648"/>
            <a:ext cx="7863840" cy="50292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35424"/>
            <a:ext cx="4800600" cy="50292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Speculative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Huajun Bai et al. · arXiv:2607.03333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外部 Speculator 的成本，也是 Agent 投机的系统瓶颈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外部小模型需要第二份权重/KV cache，且常与 Actor 的真实调用分布不一致。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历史 pattern 对长尾工具和少见参数容易失效。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研究问题：运行中的 LLM 能否足够早、足够准且失败后可回收地预测自己？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D1｜Prefix-KV 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首 token 后强制工具前缀，缓存命中将 probe 约 1.6s 降到 0.35s。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D2｜Confidence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 probe 自身 tool-name logprob，选择最早可信提交时刻。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D3｜Token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严格拒绝时，把共享工具调用前缀当作 token 草稿。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Training-free self-speculation：同一 Actor 、共享 Prefix KV、工具级严格匹配。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同一模型确实“早知道、知道何时可信、失败也不全浪费”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3075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34015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Insight 1｜早知道工具名</a:t>
            </a:r>
          </a:p>
        </p:txBody>
      </p:sp>
      <p:pic>
        <p:nvPicPr>
          <p:cNvPr id="9" name="Picture 8" descr="fig1b_per_turn_fork_accuracy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977392"/>
            <a:ext cx="3474720" cy="29855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212080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tool-name 74.6%–99.6%</a:t>
            </a:r>
            <a:br/>
            <a:r>
              <a:rPr sz="1600" b="1" i="0">
                <a:solidFill>
                  <a:srgbClr val="A60000"/>
                </a:solidFill>
                <a:latin typeface="Microsoft YaHei"/>
              </a:rPr>
              <a:t>args exact 7.6%–83.9%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34440"/>
            <a:ext cx="373075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17320"/>
            <a:ext cx="34015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807B"/>
                </a:solidFill>
                <a:latin typeface="Microsoft YaHei"/>
              </a:rPr>
              <a:t>Insight 2｜信心随 CoT 上升</a:t>
            </a:r>
          </a:p>
        </p:txBody>
      </p:sp>
      <p:pic>
        <p:nvPicPr>
          <p:cNvPr id="13" name="Picture 12" descr="fig_insight2_cot_curve_ga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284300"/>
            <a:ext cx="3474719" cy="23716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6280" y="5212080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GAIA args exact</a:t>
            </a:r>
            <a:br/>
            <a:r>
              <a:rPr sz="1600" b="1" i="0">
                <a:solidFill>
                  <a:srgbClr val="00807B"/>
                </a:solidFill>
                <a:latin typeface="Microsoft YaHei"/>
              </a:rPr>
              <a:t>7.6% → 97.5%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730752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417320"/>
            <a:ext cx="340156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5EA8"/>
                </a:solidFill>
                <a:latin typeface="Microsoft YaHei"/>
              </a:rPr>
              <a:t>Insight 3｜拒绝仍有前缀</a:t>
            </a:r>
          </a:p>
        </p:txBody>
      </p:sp>
      <p:pic>
        <p:nvPicPr>
          <p:cNvPr id="17" name="Picture 16" descr="fig_insight3_prefix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215284"/>
            <a:ext cx="3474720" cy="25097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58200" y="5212080"/>
            <a:ext cx="3273552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中位 18 tokens</a:t>
            </a:r>
            <a:br/>
            <a:r>
              <a:rPr sz="1600" b="1" i="0">
                <a:solidFill>
                  <a:srgbClr val="245EA8"/>
                </a:solidFill>
                <a:latin typeface="Microsoft YaHei"/>
              </a:rPr>
              <a:t>P25 = 14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SPORK 的“分叉—门控—严格验收—前缀回收”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" y="1143000"/>
            <a:ext cx="11503152" cy="5230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method_overview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96349"/>
            <a:ext cx="11210544" cy="43590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6089904"/>
            <a:ext cx="4069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论文原图：SPORK method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D1 先把“多跑一次模型”的前缀开销压到足够低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07008"/>
            <a:ext cx="6492240" cy="1078992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rmula-spork-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654" y="1417320"/>
            <a:ext cx="4549611" cy="512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50608" y="1207008"/>
            <a:ext cx="4572000" cy="1078992"/>
          </a:xfrm>
          <a:prstGeom prst="roundRect">
            <a:avLst/>
          </a:prstGeom>
          <a:solidFill>
            <a:srgbClr val="F1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353312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Break-even</a:t>
            </a:r>
          </a:p>
        </p:txBody>
      </p:sp>
      <p:pic>
        <p:nvPicPr>
          <p:cNvPr id="11" name="Picture 10" descr="formula-spork-bre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713" y="1353312"/>
            <a:ext cx="2464173" cy="457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560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7066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090672"/>
            <a:ext cx="305409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严格命中并接受已执行工具的 turn 比率。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2560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066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t_overlap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090672"/>
            <a:ext cx="305409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工具执行与主生成真正重叠的时间。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2560320"/>
            <a:ext cx="3383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7066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T_oh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090672"/>
            <a:ext cx="3054096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probe prefill/decode 以及对主流的干扰。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41648"/>
            <a:ext cx="69951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_d1_over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849" y="4160520"/>
            <a:ext cx="1347860" cy="160019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699248" y="4041648"/>
            <a:ext cx="4005072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187952"/>
            <a:ext cx="367588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D1 的实际效果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572000"/>
            <a:ext cx="3675887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等 main 第一个 token 后再发 probe，前缀 KV 已入缓存。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prefill 1.3s → 0.05s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整个 probe 1.6s → 0.35s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main TPOT 干扰约 +0.22%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SPORK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